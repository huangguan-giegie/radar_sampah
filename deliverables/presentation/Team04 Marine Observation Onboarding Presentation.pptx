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77830871629478d" /><Relationship Type="http://schemas.openxmlformats.org/officeDocument/2006/relationships/extended-properties" Target="/docProps/app.xml" Id="R10683e506f284386" /><Relationship Type="http://schemas.openxmlformats.org/officeDocument/2006/relationships/officeDocument" Target="/ppt/presentation.xml" Id="R731eedad1a65425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fea0ef52ede4c30"/>
  </p:sldMasterIdLst>
  <p:notesMasterIdLst>
    <p:notesMasterId xmlns:r="http://schemas.openxmlformats.org/officeDocument/2006/relationships" r:id="R5345bbc5d64f4ed0"/>
  </p:notesMasterIdLst>
  <p:sldIdLst>
    <p:sldId xmlns:r="http://schemas.openxmlformats.org/officeDocument/2006/relationships" id="256" r:id="R000467527c9442ef"/>
    <p:sldId xmlns:r="http://schemas.openxmlformats.org/officeDocument/2006/relationships" id="257" r:id="R7ea556dc42424c22"/>
    <p:sldId xmlns:r="http://schemas.openxmlformats.org/officeDocument/2006/relationships" id="258" r:id="Rcbd4944a48634ea7"/>
    <p:sldId xmlns:r="http://schemas.openxmlformats.org/officeDocument/2006/relationships" id="259" r:id="R3200c1f833ff450a"/>
    <p:sldId xmlns:r="http://schemas.openxmlformats.org/officeDocument/2006/relationships" id="260" r:id="Rfdeaf8b84ab042cf"/>
    <p:sldId xmlns:r="http://schemas.openxmlformats.org/officeDocument/2006/relationships" id="261" r:id="R301b2104b2a8457e"/>
    <p:sldId xmlns:r="http://schemas.openxmlformats.org/officeDocument/2006/relationships" id="262" r:id="R692820ac61464043"/>
    <p:sldId xmlns:r="http://schemas.openxmlformats.org/officeDocument/2006/relationships" id="263" r:id="Rc792d1e5c2134525"/>
    <p:sldId xmlns:r="http://schemas.openxmlformats.org/officeDocument/2006/relationships" id="264" r:id="R1ba92d0095db459e"/>
    <p:sldId xmlns:r="http://schemas.openxmlformats.org/officeDocument/2006/relationships" id="265" r:id="R3b5a99dfab774a39"/>
    <p:sldId xmlns:r="http://schemas.openxmlformats.org/officeDocument/2006/relationships" id="266" r:id="R42cda4cf4945461d"/>
    <p:sldId xmlns:r="http://schemas.openxmlformats.org/officeDocument/2006/relationships" id="267" r:id="Rbe80443ca3794872"/>
    <p:sldId xmlns:r="http://schemas.openxmlformats.org/officeDocument/2006/relationships" id="268" r:id="Rfb8ffd4d708d4e38"/>
    <p:sldId xmlns:r="http://schemas.openxmlformats.org/officeDocument/2006/relationships" id="269" r:id="R8c12aabfc4034e4d"/>
    <p:sldId xmlns:r="http://schemas.openxmlformats.org/officeDocument/2006/relationships" id="270" r:id="R73ea6ee7e96b4cb9"/>
    <p:sldId xmlns:r="http://schemas.openxmlformats.org/officeDocument/2006/relationships" id="271" r:id="R676e4f18502c433a"/>
    <p:sldId xmlns:r="http://schemas.openxmlformats.org/officeDocument/2006/relationships" id="272" r:id="R2c0fa519438940a5"/>
    <p:sldId xmlns:r="http://schemas.openxmlformats.org/officeDocument/2006/relationships" id="273" r:id="Rfe1c41df8e0a48f5"/>
    <p:sldId xmlns:r="http://schemas.openxmlformats.org/officeDocument/2006/relationships" id="274" r:id="Rf13cadf555ed42b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fb3ef584fe74a24" /><Relationship Type="http://schemas.openxmlformats.org/officeDocument/2006/relationships/slideMaster" Target="/ppt/slideMasters/slideMaster1.xml" Id="R4fea0ef52ede4c30" /><Relationship Type="http://schemas.openxmlformats.org/officeDocument/2006/relationships/notesMaster" Target="/ppt/notesMasters/notesMaster1.xml" Id="R5345bbc5d64f4ed0" /><Relationship Type="http://schemas.openxmlformats.org/officeDocument/2006/relationships/presProps" Target="/ppt/presProps.xml" Id="Rf76e864f90db4e7f" /><Relationship Type="http://schemas.openxmlformats.org/officeDocument/2006/relationships/viewProps" Target="/ppt/viewProps.xml" Id="R9faaf5f64ae84881" /><Relationship Type="http://schemas.openxmlformats.org/officeDocument/2006/relationships/tableStyles" Target="/ppt/tableStyles.xml" Id="Rb7ab65003411424c" /><Relationship Type="http://schemas.openxmlformats.org/officeDocument/2006/relationships/slide" Target="/ppt/slides/slide1.xml" Id="R000467527c9442ef" /><Relationship Type="http://schemas.openxmlformats.org/officeDocument/2006/relationships/slide" Target="/ppt/slides/slide2.xml" Id="R7ea556dc42424c22" /><Relationship Type="http://schemas.openxmlformats.org/officeDocument/2006/relationships/slide" Target="/ppt/slides/slide3.xml" Id="Rcbd4944a48634ea7" /><Relationship Type="http://schemas.openxmlformats.org/officeDocument/2006/relationships/slide" Target="/ppt/slides/slide4.xml" Id="R3200c1f833ff450a" /><Relationship Type="http://schemas.openxmlformats.org/officeDocument/2006/relationships/slide" Target="/ppt/slides/slide5.xml" Id="Rfdeaf8b84ab042cf" /><Relationship Type="http://schemas.openxmlformats.org/officeDocument/2006/relationships/slide" Target="/ppt/slides/slide6.xml" Id="R301b2104b2a8457e" /><Relationship Type="http://schemas.openxmlformats.org/officeDocument/2006/relationships/slide" Target="/ppt/slides/slide7.xml" Id="R692820ac61464043" /><Relationship Type="http://schemas.openxmlformats.org/officeDocument/2006/relationships/slide" Target="/ppt/slides/slide8.xml" Id="Rc792d1e5c2134525" /><Relationship Type="http://schemas.openxmlformats.org/officeDocument/2006/relationships/slide" Target="/ppt/slides/slide9.xml" Id="R1ba92d0095db459e" /><Relationship Type="http://schemas.openxmlformats.org/officeDocument/2006/relationships/slide" Target="/ppt/slides/slide10.xml" Id="R3b5a99dfab774a39" /><Relationship Type="http://schemas.openxmlformats.org/officeDocument/2006/relationships/slide" Target="/ppt/slides/slide11.xml" Id="R42cda4cf4945461d" /><Relationship Type="http://schemas.openxmlformats.org/officeDocument/2006/relationships/slide" Target="/ppt/slides/slide12.xml" Id="Rbe80443ca3794872" /><Relationship Type="http://schemas.openxmlformats.org/officeDocument/2006/relationships/slide" Target="/ppt/slides/slide13.xml" Id="Rfb8ffd4d708d4e38" /><Relationship Type="http://schemas.openxmlformats.org/officeDocument/2006/relationships/slide" Target="/ppt/slides/slide14.xml" Id="R8c12aabfc4034e4d" /><Relationship Type="http://schemas.openxmlformats.org/officeDocument/2006/relationships/slide" Target="/ppt/slides/slide15.xml" Id="R73ea6ee7e96b4cb9" /><Relationship Type="http://schemas.openxmlformats.org/officeDocument/2006/relationships/slide" Target="/ppt/slides/slide16.xml" Id="R676e4f18502c433a" /><Relationship Type="http://schemas.openxmlformats.org/officeDocument/2006/relationships/slide" Target="/ppt/slides/slide17.xml" Id="R2c0fa519438940a5" /><Relationship Type="http://schemas.openxmlformats.org/officeDocument/2006/relationships/slide" Target="/ppt/slides/slide18.xml" Id="Rfe1c41df8e0a48f5" /><Relationship Type="http://schemas.openxmlformats.org/officeDocument/2006/relationships/slide" Target="/ppt/slides/slide19.xml" Id="Rf13cadf555ed42b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2825ee2c30b422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7b716d297f948da" /><Relationship Type="http://schemas.openxmlformats.org/officeDocument/2006/relationships/notesMaster" Target="/ppt/notesMasters/notesMaster1.xml" Id="Rdfad921d7ca94e2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59543ff54de4a2b" /><Relationship Type="http://schemas.openxmlformats.org/officeDocument/2006/relationships/notesMaster" Target="/ppt/notesMasters/notesMaster1.xml" Id="R9ce5810553994f9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2f79eb8daf54cff" /><Relationship Type="http://schemas.openxmlformats.org/officeDocument/2006/relationships/notesMaster" Target="/ppt/notesMasters/notesMaster1.xml" Id="Ra023bc0632a4479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629e6cbfb7f458f" /><Relationship Type="http://schemas.openxmlformats.org/officeDocument/2006/relationships/notesMaster" Target="/ppt/notesMasters/notesMaster1.xml" Id="Rb4e9fdf55b91414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9113bea5c014f54" /><Relationship Type="http://schemas.openxmlformats.org/officeDocument/2006/relationships/notesMaster" Target="/ppt/notesMasters/notesMaster1.xml" Id="Raf06fcb5c589456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7d79e6308a747e7" /><Relationship Type="http://schemas.openxmlformats.org/officeDocument/2006/relationships/notesMaster" Target="/ppt/notesMasters/notesMaster1.xml" Id="R5f46e8d5a40647e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e15f796f60f4e19" /><Relationship Type="http://schemas.openxmlformats.org/officeDocument/2006/relationships/notesMaster" Target="/ppt/notesMasters/notesMaster1.xml" Id="Rc36d005e1d8e44a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e24fbddc33e4f0e" /><Relationship Type="http://schemas.openxmlformats.org/officeDocument/2006/relationships/notesMaster" Target="/ppt/notesMasters/notesMaster1.xml" Id="Ra10011abf4904a0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2f4b5741ec84424" /><Relationship Type="http://schemas.openxmlformats.org/officeDocument/2006/relationships/notesMaster" Target="/ppt/notesMasters/notesMaster1.xml" Id="R6b6ebd2c806b41e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126d002ec0f43da" /><Relationship Type="http://schemas.openxmlformats.org/officeDocument/2006/relationships/notesMaster" Target="/ppt/notesMasters/notesMaster1.xml" Id="R04e173698c4e4d5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ba7afc4a37441dc" /><Relationship Type="http://schemas.openxmlformats.org/officeDocument/2006/relationships/notesMaster" Target="/ppt/notesMasters/notesMaster1.xml" Id="R38ac63851b644cb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ecb8ba13b5244e2" /><Relationship Type="http://schemas.openxmlformats.org/officeDocument/2006/relationships/notesMaster" Target="/ppt/notesMasters/notesMaster1.xml" Id="R39de57a80b9e433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df77540a6794b0c" /><Relationship Type="http://schemas.openxmlformats.org/officeDocument/2006/relationships/notesMaster" Target="/ppt/notesMasters/notesMaster1.xml" Id="Rb3bd84a3862e486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246b4f1ebc6429d" /><Relationship Type="http://schemas.openxmlformats.org/officeDocument/2006/relationships/notesMaster" Target="/ppt/notesMasters/notesMaster1.xml" Id="R8503b0129fde403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6457faa35154f20" /><Relationship Type="http://schemas.openxmlformats.org/officeDocument/2006/relationships/notesMaster" Target="/ppt/notesMasters/notesMaster1.xml" Id="Rbce7720c763e44c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3ddd8dbffaa44b3" /><Relationship Type="http://schemas.openxmlformats.org/officeDocument/2006/relationships/notesMaster" Target="/ppt/notesMasters/notesMaster1.xml" Id="Rab9792bfee5e4f2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c2cbfcf770a437f" /><Relationship Type="http://schemas.openxmlformats.org/officeDocument/2006/relationships/notesMaster" Target="/ppt/notesMasters/notesMaster1.xml" Id="R6cf6c0dadb2b411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e1d3f9de91b460c" /><Relationship Type="http://schemas.openxmlformats.org/officeDocument/2006/relationships/notesMaster" Target="/ppt/notesMasters/notesMaster1.xml" Id="Ra07dc60a7a02405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9223159ad474bc3" /><Relationship Type="http://schemas.openxmlformats.org/officeDocument/2006/relationships/notesMaster" Target="/ppt/notesMasters/notesMaster1.xml" Id="R373440ba8e6c445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source: actual-project/docs/PROJECT_SCOPE.md</a:t>
            </a:r>
          </a:p>
          <a:p xmlns:a="http://schemas.openxmlformats.org/drawingml/2006/main">
            <a:r>
              <a:t>- Internal source: actual-project/docs/API.md</a:t>
            </a:r>
          </a:p>
          <a:p xmlns:a="http://schemas.openxmlformats.org/drawingml/2006/main">
            <a:r>
              <a:t>- Internal source: actual-project/docs/DATA_MANAGEMENT_PLAN.md</a:t>
            </a:r>
          </a:p>
          <a:p xmlns:a="http://schemas.openxmlformats.org/drawingml/2006/main">
            <a:r>
              <a:t>- Internal source: actual-project/docs/SECURITY_PLAN.md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source: actual-project/docs/PROJECT_SCOPE.md</a:t>
            </a:r>
          </a:p>
          <a:p xmlns:a="http://schemas.openxmlformats.org/drawingml/2006/main">
            <a:r>
              <a:t>- Internal source: actual-project/docs/API.md</a:t>
            </a:r>
          </a:p>
          <a:p xmlns:a="http://schemas.openxmlformats.org/drawingml/2006/main">
            <a:r>
              <a:t>- Internal source: actual-project/docs/DATA_MANAGEMENT_PLAN.md</a:t>
            </a:r>
          </a:p>
          <a:p xmlns:a="http://schemas.openxmlformats.org/drawingml/2006/main">
            <a:r>
              <a:t>- Internal source: actual-project/docs/SECURITY_PLAN.md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source: actual-project/docs/PROJECT_SCOPE.md</a:t>
            </a:r>
          </a:p>
          <a:p xmlns:a="http://schemas.openxmlformats.org/drawingml/2006/main">
            <a:r>
              <a:t>- Internal source: actual-project/docs/API.md</a:t>
            </a:r>
          </a:p>
          <a:p xmlns:a="http://schemas.openxmlformats.org/drawingml/2006/main">
            <a:r>
              <a:t>- Internal source: actual-project/docs/DATA_MANAGEMENT_PLAN.md</a:t>
            </a:r>
          </a:p>
          <a:p xmlns:a="http://schemas.openxmlformats.org/drawingml/2006/main">
            <a:r>
              <a:t>- Internal source: actual-project/docs/SECURITY_PLAN.md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source: actual-project/docs/PROJECT_SCOPE.md</a:t>
            </a:r>
          </a:p>
          <a:p xmlns:a="http://schemas.openxmlformats.org/drawingml/2006/main">
            <a:r>
              <a:t>- Internal source: actual-project/docs/API.md</a:t>
            </a:r>
          </a:p>
          <a:p xmlns:a="http://schemas.openxmlformats.org/drawingml/2006/main">
            <a:r>
              <a:t>- Internal source: actual-project/docs/DATA_MANAGEMENT_PLAN.md</a:t>
            </a:r>
          </a:p>
          <a:p xmlns:a="http://schemas.openxmlformats.org/drawingml/2006/main">
            <a:r>
              <a:t>- Internal source: actual-project/docs/SECURITY_PLAN.md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source: actual-project/docs/PROJECT_SCOPE.md</a:t>
            </a:r>
          </a:p>
          <a:p xmlns:a="http://schemas.openxmlformats.org/drawingml/2006/main">
            <a:r>
              <a:t>- Internal source: actual-project/docs/API.md</a:t>
            </a:r>
          </a:p>
          <a:p xmlns:a="http://schemas.openxmlformats.org/drawingml/2006/main">
            <a:r>
              <a:t>- Internal source: actual-project/docs/DATA_MANAGEMENT_PLAN.md</a:t>
            </a:r>
          </a:p>
          <a:p xmlns:a="http://schemas.openxmlformats.org/drawingml/2006/main">
            <a:r>
              <a:t>- Internal source: actual-project/docs/SECURITY_PLAN.md</a:t>
            </a:r>
          </a:p>
          <a:p xmlns:a="http://schemas.openxmlformats.org/drawingml/2006/main">
            <a:r>
              <a:t>- OpenStreetMap attribution: https://www.openstreetmap.org/copyright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source: actual-project/docs/PROJECT_SCOPE.md</a:t>
            </a:r>
          </a:p>
          <a:p xmlns:a="http://schemas.openxmlformats.org/drawingml/2006/main">
            <a:r>
              <a:t>- Internal source: actual-project/docs/API.md</a:t>
            </a:r>
          </a:p>
          <a:p xmlns:a="http://schemas.openxmlformats.org/drawingml/2006/main">
            <a:r>
              <a:t>- Internal source: actual-project/docs/DATA_MANAGEMENT_PLAN.md</a:t>
            </a:r>
          </a:p>
          <a:p xmlns:a="http://schemas.openxmlformats.org/drawingml/2006/main">
            <a:r>
              <a:t>- Internal source: actual-project/docs/SECURITY_PLAN.md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source: actual-project/docs/PROJECT_SCOPE.md</a:t>
            </a:r>
          </a:p>
          <a:p xmlns:a="http://schemas.openxmlformats.org/drawingml/2006/main">
            <a:r>
              <a:t>- Internal source: actual-project/docs/API.md</a:t>
            </a:r>
          </a:p>
          <a:p xmlns:a="http://schemas.openxmlformats.org/drawingml/2006/main">
            <a:r>
              <a:t>- Internal source: actual-project/docs/DATA_MANAGEMENT_PLAN.md</a:t>
            </a:r>
          </a:p>
          <a:p xmlns:a="http://schemas.openxmlformats.org/drawingml/2006/main">
            <a:r>
              <a:t>- Internal source: actual-project/docs/SECURITY_PLAN.md</a:t>
            </a:r>
          </a:p>
          <a:p xmlns:a="http://schemas.openxmlformats.org/drawingml/2006/main">
            <a:r>
              <a:t>- Internal source: actual-project/docs/INTEGRATION_CHECKLIST.md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source: actual-project/docs/PROJECT_SCOPE.md</a:t>
            </a:r>
          </a:p>
          <a:p xmlns:a="http://schemas.openxmlformats.org/drawingml/2006/main">
            <a:r>
              <a:t>- Internal source: actual-project/docs/API.md</a:t>
            </a:r>
          </a:p>
          <a:p xmlns:a="http://schemas.openxmlformats.org/drawingml/2006/main">
            <a:r>
              <a:t>- Internal source: actual-project/docs/DATA_MANAGEMENT_PLAN.md</a:t>
            </a:r>
          </a:p>
          <a:p xmlns:a="http://schemas.openxmlformats.org/drawingml/2006/main">
            <a:r>
              <a:t>- Internal source: actual-project/docs/SECURITY_PLAN.md</a:t>
            </a:r>
          </a:p>
          <a:p xmlns:a="http://schemas.openxmlformats.org/drawingml/2006/main">
            <a:r>
              <a:t>- Internal source: actual-project/docs/INTEGRATION_CHECKLIST.md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source: actual-project/docs/PROJECT_SCOPE.md</a:t>
            </a:r>
          </a:p>
          <a:p xmlns:a="http://schemas.openxmlformats.org/drawingml/2006/main">
            <a:r>
              <a:t>- Internal source: actual-project/docs/API.md</a:t>
            </a:r>
          </a:p>
          <a:p xmlns:a="http://schemas.openxmlformats.org/drawingml/2006/main">
            <a:r>
              <a:t>- Internal source: actual-project/docs/DATA_MANAGEMENT_PLAN.md</a:t>
            </a:r>
          </a:p>
          <a:p xmlns:a="http://schemas.openxmlformats.org/drawingml/2006/main">
            <a:r>
              <a:t>- Internal source: actual-project/docs/SECURITY_PLAN.md</a:t>
            </a:r>
          </a:p>
          <a:p xmlns:a="http://schemas.openxmlformats.org/drawingml/2006/main">
            <a:r>
              <a:t>- OBIS: https://obis.org/</a:t>
            </a:r>
          </a:p>
          <a:p xmlns:a="http://schemas.openxmlformats.org/drawingml/2006/main">
            <a:r>
              <a:t>- OpenStreetMap attribution: https://www.openstreetmap.org/copyright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source: actual-project/docs/PROJECT_SCOPE.md</a:t>
            </a:r>
          </a:p>
          <a:p xmlns:a="http://schemas.openxmlformats.org/drawingml/2006/main">
            <a:r>
              <a:t>- Internal source: actual-project/docs/API.md</a:t>
            </a:r>
          </a:p>
          <a:p xmlns:a="http://schemas.openxmlformats.org/drawingml/2006/main">
            <a:r>
              <a:t>- Internal source: actual-project/docs/DATA_MANAGEMENT_PLAN.md</a:t>
            </a:r>
          </a:p>
          <a:p xmlns:a="http://schemas.openxmlformats.org/drawingml/2006/main">
            <a:r>
              <a:t>- Internal source: actual-project/docs/SECURITY_PLAN.md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source: actual-project/docs/PROJECT_SCOPE.md</a:t>
            </a:r>
          </a:p>
          <a:p xmlns:a="http://schemas.openxmlformats.org/drawingml/2006/main">
            <a:r>
              <a:t>- Internal source: actual-project/docs/API.md</a:t>
            </a:r>
          </a:p>
          <a:p xmlns:a="http://schemas.openxmlformats.org/drawingml/2006/main">
            <a:r>
              <a:t>- Internal source: actual-project/docs/DATA_MANAGEMENT_PLAN.md</a:t>
            </a:r>
          </a:p>
          <a:p xmlns:a="http://schemas.openxmlformats.org/drawingml/2006/main">
            <a:r>
              <a:t>- Internal source: actual-project/docs/SECURITY_PLAN.md</a:t>
            </a:r>
          </a:p>
          <a:p xmlns:a="http://schemas.openxmlformats.org/drawingml/2006/main">
            <a:r>
              <a:t>- Internal source: actual-project/frontend/index.html and actual-project/frontend/app.js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source: actual-project/docs/PROJECT_SCOPE.md</a:t>
            </a:r>
          </a:p>
          <a:p xmlns:a="http://schemas.openxmlformats.org/drawingml/2006/main">
            <a:r>
              <a:t>- Internal source: actual-project/docs/API.md</a:t>
            </a:r>
          </a:p>
          <a:p xmlns:a="http://schemas.openxmlformats.org/drawingml/2006/main">
            <a:r>
              <a:t>- Internal source: actual-project/docs/DATA_MANAGEMENT_PLAN.md</a:t>
            </a:r>
          </a:p>
          <a:p xmlns:a="http://schemas.openxmlformats.org/drawingml/2006/main">
            <a:r>
              <a:t>- Internal source: actual-project/docs/SECURITY_PLAN.md</a:t>
            </a:r>
          </a:p>
          <a:p xmlns:a="http://schemas.openxmlformats.org/drawingml/2006/main">
            <a:r>
              <a:t>- OBIS: https://obis.org/</a:t>
            </a:r>
          </a:p>
          <a:p xmlns:a="http://schemas.openxmlformats.org/drawingml/2006/main">
            <a:r>
              <a:t>- OpenStreetMap attribution: https://www.openstreetmap.org/copyright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source: actual-project/docs/PROJECT_SCOPE.md</a:t>
            </a:r>
          </a:p>
          <a:p xmlns:a="http://schemas.openxmlformats.org/drawingml/2006/main">
            <a:r>
              <a:t>- Internal source: actual-project/docs/API.md</a:t>
            </a:r>
          </a:p>
          <a:p xmlns:a="http://schemas.openxmlformats.org/drawingml/2006/main">
            <a:r>
              <a:t>- Internal source: actual-project/docs/DATA_MANAGEMENT_PLAN.md</a:t>
            </a:r>
          </a:p>
          <a:p xmlns:a="http://schemas.openxmlformats.org/drawingml/2006/main">
            <a:r>
              <a:t>- Internal source: actual-project/docs/SECURITY_PLAN.md</a:t>
            </a:r>
          </a:p>
          <a:p xmlns:a="http://schemas.openxmlformats.org/drawingml/2006/main">
            <a:r>
              <a:t>- Internal source: actual-project/README.md</a:t>
            </a:r>
          </a:p>
          <a:p xmlns:a="http://schemas.openxmlformats.org/drawingml/2006/main">
            <a:r>
              <a:t>- Internal source: actual-project/docs/INTEGRATION_CHECKLIST.md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source: actual-project/docs/PROJECT_SCOPE.md</a:t>
            </a:r>
          </a:p>
          <a:p xmlns:a="http://schemas.openxmlformats.org/drawingml/2006/main">
            <a:r>
              <a:t>- Internal source: actual-project/docs/API.md</a:t>
            </a:r>
          </a:p>
          <a:p xmlns:a="http://schemas.openxmlformats.org/drawingml/2006/main">
            <a:r>
              <a:t>- Internal source: actual-project/docs/DATA_MANAGEMENT_PLAN.md</a:t>
            </a:r>
          </a:p>
          <a:p xmlns:a="http://schemas.openxmlformats.org/drawingml/2006/main">
            <a:r>
              <a:t>- Internal source: actual-project/docs/SECURITY_PLAN.md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source: actual-project/docs/PROJECT_SCOPE.md</a:t>
            </a:r>
          </a:p>
          <a:p xmlns:a="http://schemas.openxmlformats.org/drawingml/2006/main">
            <a:r>
              <a:t>- Internal source: actual-project/docs/API.md</a:t>
            </a:r>
          </a:p>
          <a:p xmlns:a="http://schemas.openxmlformats.org/drawingml/2006/main">
            <a:r>
              <a:t>- Internal source: actual-project/docs/DATA_MANAGEMENT_PLAN.md</a:t>
            </a:r>
          </a:p>
          <a:p xmlns:a="http://schemas.openxmlformats.org/drawingml/2006/main">
            <a:r>
              <a:t>- Internal source: actual-project/docs/SECURITY_PLAN.md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source: actual-project/docs/PROJECT_SCOPE.md</a:t>
            </a:r>
          </a:p>
          <a:p xmlns:a="http://schemas.openxmlformats.org/drawingml/2006/main">
            <a:r>
              <a:t>- Internal source: actual-project/docs/API.md</a:t>
            </a:r>
          </a:p>
          <a:p xmlns:a="http://schemas.openxmlformats.org/drawingml/2006/main">
            <a:r>
              <a:t>- Internal source: actual-project/docs/DATA_MANAGEMENT_PLAN.md</a:t>
            </a:r>
          </a:p>
          <a:p xmlns:a="http://schemas.openxmlformats.org/drawingml/2006/main">
            <a:r>
              <a:t>- Internal source: actual-project/docs/SECURITY_PLAN.md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source: actual-project/docs/PROJECT_SCOPE.md</a:t>
            </a:r>
          </a:p>
          <a:p xmlns:a="http://schemas.openxmlformats.org/drawingml/2006/main">
            <a:r>
              <a:t>- Internal source: actual-project/docs/API.md</a:t>
            </a:r>
          </a:p>
          <a:p xmlns:a="http://schemas.openxmlformats.org/drawingml/2006/main">
            <a:r>
              <a:t>- Internal source: actual-project/docs/DATA_MANAGEMENT_PLAN.md</a:t>
            </a:r>
          </a:p>
          <a:p xmlns:a="http://schemas.openxmlformats.org/drawingml/2006/main">
            <a:r>
              <a:t>- Internal source: actual-project/docs/SECURITY_PLAN.md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source: actual-project/docs/PROJECT_SCOPE.md</a:t>
            </a:r>
          </a:p>
          <a:p xmlns:a="http://schemas.openxmlformats.org/drawingml/2006/main">
            <a:r>
              <a:t>- Internal source: actual-project/docs/API.md</a:t>
            </a:r>
          </a:p>
          <a:p xmlns:a="http://schemas.openxmlformats.org/drawingml/2006/main">
            <a:r>
              <a:t>- Internal source: actual-project/docs/DATA_MANAGEMENT_PLAN.md</a:t>
            </a:r>
          </a:p>
          <a:p xmlns:a="http://schemas.openxmlformats.org/drawingml/2006/main">
            <a:r>
              <a:t>- Internal source: actual-project/docs/SECURITY_PLAN.md</a:t>
            </a:r>
          </a:p>
          <a:p xmlns:a="http://schemas.openxmlformats.org/drawingml/2006/main">
            <a:r>
              <a:t>- OBIS: https://obis.org/</a:t>
            </a:r>
          </a:p>
          <a:p xmlns:a="http://schemas.openxmlformats.org/drawingml/2006/main">
            <a:r>
              <a:t>- OpenStreetMap attribution: https://www.openstreetmap.org/copyright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source: actual-project/docs/PROJECT_SCOPE.md</a:t>
            </a:r>
          </a:p>
          <a:p xmlns:a="http://schemas.openxmlformats.org/drawingml/2006/main">
            <a:r>
              <a:t>- Internal source: actual-project/docs/API.md</a:t>
            </a:r>
          </a:p>
          <a:p xmlns:a="http://schemas.openxmlformats.org/drawingml/2006/main">
            <a:r>
              <a:t>- Internal source: actual-project/docs/DATA_MANAGEMENT_PLAN.md</a:t>
            </a:r>
          </a:p>
          <a:p xmlns:a="http://schemas.openxmlformats.org/drawingml/2006/main">
            <a:r>
              <a:t>- Internal source: actual-project/docs/SECURITY_PLAN.md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5bbc626d444f1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508c9ed87f6474c" /><Relationship Type="http://schemas.openxmlformats.org/officeDocument/2006/relationships/slideLayout" Target="/ppt/slideLayouts/slideLayout1.xml" Id="R919b29c8aff4453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9b29c8aff4453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0db6c31f044a88" /><Relationship Type="http://schemas.openxmlformats.org/officeDocument/2006/relationships/notesSlide" Target="/ppt/notesSlides/notesSlide1.xml" Id="R3f7e234338164cf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5db402695c47cd" /><Relationship Type="http://schemas.openxmlformats.org/officeDocument/2006/relationships/notesSlide" Target="/ppt/notesSlides/notesSlide2.xml" Id="Ra704e3a392a3485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40baa2103d4a03" /><Relationship Type="http://schemas.openxmlformats.org/officeDocument/2006/relationships/notesSlide" Target="/ppt/notesSlides/notesSlide3.xml" Id="R15d9282d0f4b40f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df954d085e4c1e" /><Relationship Type="http://schemas.openxmlformats.org/officeDocument/2006/relationships/notesSlide" Target="/ppt/notesSlides/notesSlide4.xml" Id="R88136994752c41d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663cc65aea4ddd" /><Relationship Type="http://schemas.openxmlformats.org/officeDocument/2006/relationships/notesSlide" Target="/ppt/notesSlides/notesSlide5.xml" Id="Rc3206e086d7e4dd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3ead2d6c4a4905" /><Relationship Type="http://schemas.openxmlformats.org/officeDocument/2006/relationships/notesSlide" Target="/ppt/notesSlides/notesSlide6.xml" Id="Rcef33610a3fd4b8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f646cf825e4f57" /><Relationship Type="http://schemas.openxmlformats.org/officeDocument/2006/relationships/notesSlide" Target="/ppt/notesSlides/notesSlide7.xml" Id="Rdb2ff971be914ea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2c7f437c4747c6" /><Relationship Type="http://schemas.openxmlformats.org/officeDocument/2006/relationships/notesSlide" Target="/ppt/notesSlides/notesSlide8.xml" Id="R370d7bc11cdb433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692e0309bb43a7" /><Relationship Type="http://schemas.openxmlformats.org/officeDocument/2006/relationships/notesSlide" Target="/ppt/notesSlides/notesSlide9.xml" Id="Re318e57bc0034e9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7ba6e3398d4aab" /><Relationship Type="http://schemas.openxmlformats.org/officeDocument/2006/relationships/notesSlide" Target="/ppt/notesSlides/notesSlide10.xml" Id="Rab0f22da8c3e4ab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ca067dbe0c4fcf" /><Relationship Type="http://schemas.openxmlformats.org/officeDocument/2006/relationships/notesSlide" Target="/ppt/notesSlides/notesSlide11.xml" Id="R3c30e864ccd3461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1cc23473be40e3" /><Relationship Type="http://schemas.openxmlformats.org/officeDocument/2006/relationships/notesSlide" Target="/ppt/notesSlides/notesSlide12.xml" Id="R1a70663491d94b5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5309b7331b46d6" /><Relationship Type="http://schemas.openxmlformats.org/officeDocument/2006/relationships/notesSlide" Target="/ppt/notesSlides/notesSlide13.xml" Id="Rc75c03e59ffd43e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8e6326b45d4420" /><Relationship Type="http://schemas.openxmlformats.org/officeDocument/2006/relationships/notesSlide" Target="/ppt/notesSlides/notesSlide14.xml" Id="R7b14eb4514a74c9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59a228c9ed4e07" /><Relationship Type="http://schemas.openxmlformats.org/officeDocument/2006/relationships/notesSlide" Target="/ppt/notesSlides/notesSlide15.xml" Id="R29533d21ab5d422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0f416e75f145c5" /><Relationship Type="http://schemas.openxmlformats.org/officeDocument/2006/relationships/notesSlide" Target="/ppt/notesSlides/notesSlide16.xml" Id="Rf53cb4b7011545d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a9b40aa13e48fa" /><Relationship Type="http://schemas.openxmlformats.org/officeDocument/2006/relationships/notesSlide" Target="/ppt/notesSlides/notesSlide17.xml" Id="R0c3f00d31f31460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44fe69cc46467a" /><Relationship Type="http://schemas.openxmlformats.org/officeDocument/2006/relationships/notesSlide" Target="/ppt/notesSlides/notesSlide18.xml" Id="Rb28f8465b596473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ad9aefa6024415" /><Relationship Type="http://schemas.openxmlformats.org/officeDocument/2006/relationships/notesSlide" Target="/ppt/notesSlides/notesSlide19.xml" Id="R2bead2263510452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B05BD346-12F7-476D-9D1B-E42C81851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PROBLEM</a:t>
            </a:r>
            <a:endParaRPr sz="1100" b="1">
              <a:solidFill>
                <a:srgbClr val="147D85"/>
              </a:solidFill>
            </a:endParaRP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2F4B1969-38E7-413C-A98F-F891EB8B5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7620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rmAutofit fontScale="75341"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23F4C"/>
                </a:solidFill>
              </a:defRPr>
            </a:pPr>
            <a:r>
              <a:rPr sz="2850" b="1">
                <a:solidFill>
                  <a:srgbClr val="123F4C"/>
                </a:solidFill>
              </a:rPr>
              <a:t>Dive preparation should feel clear before anyone enters the water</a:t>
            </a:r>
            <a:endParaRPr sz="3900" b="1">
              <a:solidFill>
                <a:srgbClr val="103B4A"/>
              </a:solidFill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84E1E57B-FCFD-4558-8385-719A5AB8D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01</a:t>
            </a:r>
            <a:endParaRPr sz="1800" b="1">
              <a:solidFill>
                <a:srgbClr val="147D85"/>
              </a:solidFill>
            </a:endParaRP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42AE308D-9984-4C7D-A5DD-4A55260F1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914525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23F4C"/>
                </a:solidFill>
              </a:defRPr>
            </a:pPr>
            <a:r>
              <a:rPr sz="1200" b="0">
                <a:solidFill>
                  <a:srgbClr val="123F4C"/>
                </a:solidFill>
              </a:rPr>
              <a:t>Site context</a:t>
            </a:r>
            <a:endParaRPr sz="2000" b="0">
              <a:solidFill>
                <a:srgbClr val="193642"/>
              </a:solidFill>
            </a:endParaRP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2122AB28-B512-41E0-A04B-FCFBB04F5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324100"/>
            <a:ext cx="2743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F169936F-9A8D-4E5E-AD6A-6437F2A53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02</a:t>
            </a:r>
            <a:endParaRPr sz="1800" b="1">
              <a:solidFill>
                <a:srgbClr val="147D85"/>
              </a:solidFill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4DE2D563-460E-48EE-A838-7A9D0AA85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695575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23F4C"/>
                </a:solidFill>
              </a:defRPr>
            </a:pPr>
            <a:r>
              <a:rPr sz="1200" b="0">
                <a:solidFill>
                  <a:srgbClr val="123F4C"/>
                </a:solidFill>
              </a:rPr>
              <a:t>Species guide</a:t>
            </a:r>
            <a:endParaRPr sz="2000" b="0">
              <a:solidFill>
                <a:srgbClr val="193642"/>
              </a:solidFill>
            </a:endParaRP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665D863F-325A-45D0-BAAB-287364BCC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05150"/>
            <a:ext cx="2743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EB3C1396-3081-4DBF-B145-2BD47315E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03</a:t>
            </a:r>
            <a:endParaRPr sz="1800" b="1">
              <a:solidFill>
                <a:srgbClr val="147D85"/>
              </a:solidFill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D8EEDA6E-E4C3-4B84-9B91-223C785F4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76625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23F4C"/>
                </a:solidFill>
              </a:defRPr>
            </a:pPr>
            <a:r>
              <a:rPr sz="1200" b="0">
                <a:solidFill>
                  <a:srgbClr val="123F4C"/>
                </a:solidFill>
              </a:rPr>
              <a:t>Briefing</a:t>
            </a:r>
            <a:endParaRPr sz="2000" b="0">
              <a:solidFill>
                <a:srgbClr val="193642"/>
              </a:solidFill>
            </a:endParaRPr>
          </a:p>
        </p:txBody>
      </p:sp>
      <p:sp>
        <p:nvSpPr>
          <p:cNvPr id="11" name="直接连接符 10">
            <a:extLst xmlns:a="http://schemas.openxmlformats.org/drawingml/2006/main">
              <a:ext uri="{FF2B5EF4-FFF2-40B4-BE49-F238E27FC236}">
                <a16:creationId xmlns:a16="http://schemas.microsoft.com/office/drawing/2014/main" id="{EBFD350D-C4D9-4F1B-9189-5C67B35CD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86200"/>
            <a:ext cx="2743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7FCB8A2-4430-4718-AC43-FB5EEDDA9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672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04</a:t>
            </a:r>
            <a:endParaRPr sz="1800" b="1">
              <a:solidFill>
                <a:srgbClr val="147D85"/>
              </a:solidFill>
            </a:endParaRP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EBE560DF-85F8-4A0D-9DFD-2D12DBEBE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57675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23F4C"/>
                </a:solidFill>
              </a:defRPr>
            </a:pPr>
            <a:r>
              <a:rPr sz="1200" b="0">
                <a:solidFill>
                  <a:srgbClr val="123F4C"/>
                </a:solidFill>
              </a:rPr>
              <a:t>Sighting record</a:t>
            </a:r>
            <a:endParaRPr sz="2000" b="0">
              <a:solidFill>
                <a:srgbClr val="193642"/>
              </a:solidFill>
            </a:endParaRPr>
          </a:p>
        </p:txBody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1B1BFF5B-A837-43C0-87A4-0098025A3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67250"/>
            <a:ext cx="2743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35362672-8404-401A-AC7C-7173EC62E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2405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05</a:t>
            </a:r>
            <a:endParaRPr sz="1800" b="1">
              <a:solidFill>
                <a:srgbClr val="147D85"/>
              </a:solidFill>
            </a:endParaRP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078C1DA5-2EF5-4C84-B2B0-B7D53A22F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914525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23F4C"/>
                </a:solidFill>
              </a:defRPr>
            </a:pPr>
            <a:r>
              <a:rPr sz="1200" b="0">
                <a:solidFill>
                  <a:srgbClr val="123F4C"/>
                </a:solidFill>
              </a:rPr>
              <a:t>Approximate map</a:t>
            </a:r>
            <a:endParaRPr sz="2000" b="0">
              <a:solidFill>
                <a:srgbClr val="193642"/>
              </a:solidFill>
            </a:endParaRPr>
          </a:p>
        </p:txBody>
      </p:sp>
      <p:sp>
        <p:nvSpPr>
          <p:cNvPr id="17" name="直接连接符 16">
            <a:extLst xmlns:a="http://schemas.openxmlformats.org/drawingml/2006/main">
              <a:ext uri="{FF2B5EF4-FFF2-40B4-BE49-F238E27FC236}">
                <a16:creationId xmlns:a16="http://schemas.microsoft.com/office/drawing/2014/main" id="{3C036931-3DDB-49CC-83C5-E10244004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324100"/>
            <a:ext cx="2743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C5F1B56-6383-43D8-AFA0-0CC985810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051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06</a:t>
            </a:r>
            <a:endParaRPr sz="1800" b="1">
              <a:solidFill>
                <a:srgbClr val="147D85"/>
              </a:solidFill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0F00915E-1CF6-4CE2-ABE0-360671F9E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695575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23F4C"/>
                </a:solidFill>
              </a:defRPr>
            </a:pPr>
            <a:r>
              <a:rPr sz="1200" b="0">
                <a:solidFill>
                  <a:srgbClr val="123F4C"/>
                </a:solidFill>
              </a:rPr>
              <a:t>Confirm first</a:t>
            </a:r>
            <a:endParaRPr sz="2000" b="0">
              <a:solidFill>
                <a:srgbClr val="193642"/>
              </a:solidFill>
            </a:endParaRPr>
          </a:p>
        </p:txBody>
      </p:sp>
      <p:sp>
        <p:nvSpPr>
          <p:cNvPr id="20" name="直接连接符 19">
            <a:extLst xmlns:a="http://schemas.openxmlformats.org/drawingml/2006/main">
              <a:ext uri="{FF2B5EF4-FFF2-40B4-BE49-F238E27FC236}">
                <a16:creationId xmlns:a16="http://schemas.microsoft.com/office/drawing/2014/main" id="{9D784F87-8025-4568-8481-DBE0BE240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105150"/>
            <a:ext cx="2743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C8F1397F-AED2-4797-97E3-BB8507732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8615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07</a:t>
            </a:r>
            <a:endParaRPr sz="1800" b="1">
              <a:solidFill>
                <a:srgbClr val="147D85"/>
              </a:solidFill>
            </a:endParaRP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667CF829-AE85-43A5-8909-AC98E6471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476625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23F4C"/>
                </a:solidFill>
              </a:defRPr>
            </a:pPr>
            <a:r>
              <a:rPr sz="1200" b="0">
                <a:solidFill>
                  <a:srgbClr val="123F4C"/>
                </a:solidFill>
              </a:rPr>
              <a:t>Source visible</a:t>
            </a:r>
            <a:endParaRPr sz="2000" b="0">
              <a:solidFill>
                <a:srgbClr val="193642"/>
              </a:solidFill>
            </a:endParaRPr>
          </a:p>
        </p:txBody>
      </p:sp>
      <p:sp>
        <p:nvSpPr>
          <p:cNvPr id="23" name="直接连接符 22">
            <a:extLst xmlns:a="http://schemas.openxmlformats.org/drawingml/2006/main">
              <a:ext uri="{FF2B5EF4-FFF2-40B4-BE49-F238E27FC236}">
                <a16:creationId xmlns:a16="http://schemas.microsoft.com/office/drawing/2014/main" id="{FDBC5ABA-3020-4B0E-B502-3B28C6724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886200"/>
            <a:ext cx="2743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7E515323-526E-4185-A830-D71A7C85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672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08</a:t>
            </a:r>
            <a:endParaRPr sz="1800" b="1">
              <a:solidFill>
                <a:srgbClr val="147D85"/>
              </a:solidFill>
            </a:endParaRP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546FE09B-98F0-4535-A2E6-DF6A3F851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257675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23F4C"/>
                </a:solidFill>
              </a:defRPr>
            </a:pPr>
            <a:r>
              <a:rPr sz="1200" b="0">
                <a:solidFill>
                  <a:srgbClr val="123F4C"/>
                </a:solidFill>
              </a:rPr>
              <a:t>Learn, do not enforce</a:t>
            </a:r>
            <a:endParaRPr sz="2000" b="0">
              <a:solidFill>
                <a:srgbClr val="193642"/>
              </a:solidFill>
            </a:endParaRPr>
          </a:p>
        </p:txBody>
      </p:sp>
      <p:sp>
        <p:nvSpPr>
          <p:cNvPr id="26" name="直接连接符 25">
            <a:extLst xmlns:a="http://schemas.openxmlformats.org/drawingml/2006/main">
              <a:ext uri="{FF2B5EF4-FFF2-40B4-BE49-F238E27FC236}">
                <a16:creationId xmlns:a16="http://schemas.microsoft.com/office/drawing/2014/main" id="{E09C5C0B-53F1-4073-A538-78BC85F0C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667250"/>
            <a:ext cx="2743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27" name="圆角矩形 26">
            <a:extLst xmlns:a="http://schemas.openxmlformats.org/drawingml/2006/main">
              <a:ext uri="{FF2B5EF4-FFF2-40B4-BE49-F238E27FC236}">
                <a16:creationId xmlns:a16="http://schemas.microsoft.com/office/drawing/2014/main" id="{43C1E257-5217-4430-9CD9-94EE6E147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752600"/>
            <a:ext cx="2628900" cy="32956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103B4A"/>
          </a:solidFill>
          <a:ln xmlns:a="http://schemas.openxmlformats.org/drawingml/2006/main" w="11430">
            <a:solidFill>
              <a:srgbClr val="103B4A"/>
            </a:solidFill>
            <a:prstDash val="solid"/>
          </a:ln>
        </p:spPr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A653E4A9-D9F8-4864-8C20-4AF453BC1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114550"/>
            <a:ext cx="2057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4FBFA"/>
                </a:solidFill>
              </a:defRPr>
            </a:pPr>
            <a:r>
              <a:rPr sz="1050" b="1">
                <a:solidFill>
                  <a:srgbClr val="F4FBFA"/>
                </a:solidFill>
              </a:rPr>
              <a:t>A small, useful guide</a:t>
            </a:r>
            <a:endParaRPr sz="2300" b="1">
              <a:solidFill>
                <a:srgbClr val="FFFFFF"/>
              </a:solidFill>
            </a:endParaRPr>
          </a:p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FEAD7422-C15D-4589-9A7E-5555D7AA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33750"/>
            <a:ext cx="2057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00" b="0">
                <a:solidFill>
                  <a:srgbClr val="A9DDD8"/>
                </a:solidFill>
              </a:defRPr>
            </a:pPr>
            <a:r>
              <a:rPr sz="1400" b="0">
                <a:solidFill>
                  <a:srgbClr val="A9DDD8"/>
                </a:solidFill>
              </a:rPr>
              <a:t>DiveSafe gathers the site, species context and briefing prompts that a new diver may otherwise find in separate places.</a:t>
            </a:r>
            <a:endParaRPr sz="1400" b="0">
              <a:solidFill>
                <a:srgbClr val="A9DDD8"/>
              </a:solidFill>
            </a:endParaRPr>
          </a:p>
        </p:txBody>
      </p:sp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341BE2A3-4DF4-4F6C-9204-B473625E0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64820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4FBFA"/>
                </a:solidFill>
              </a:defRPr>
            </a:pPr>
            <a:r>
              <a:rPr sz="900" b="1">
                <a:solidFill>
                  <a:srgbClr val="F4FBFA"/>
                </a:solidFill>
              </a:rPr>
              <a:t>Synthetic / public demo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31" name="直接连接符 30">
            <a:extLst xmlns:a="http://schemas.openxmlformats.org/drawingml/2006/main">
              <a:ext uri="{FF2B5EF4-FFF2-40B4-BE49-F238E27FC236}">
                <a16:creationId xmlns:a16="http://schemas.microsoft.com/office/drawing/2014/main" id="{487189CE-903B-45DC-9D0F-1E856DFB6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32" name="矩形 31">
            <a:extLst xmlns:a="http://schemas.openxmlformats.org/drawingml/2006/main">
              <a:ext uri="{FF2B5EF4-FFF2-40B4-BE49-F238E27FC236}">
                <a16:creationId xmlns:a16="http://schemas.microsoft.com/office/drawing/2014/main" id="{1812AEDD-0AF6-4FFC-B7EA-6245AD3AB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905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TEAM 04 - DIVESAFE MY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33" name="矩形 32">
            <a:extLst xmlns:a="http://schemas.openxmlformats.org/drawingml/2006/main">
              <a:ext uri="{FF2B5EF4-FFF2-40B4-BE49-F238E27FC236}">
                <a16:creationId xmlns:a16="http://schemas.microsoft.com/office/drawing/2014/main" id="{3BD20ABA-3B2E-45FB-A3A3-27645C2D1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419850"/>
            <a:ext cx="2571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PROBLEM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34" name="矩形 33">
            <a:extLst xmlns:a="http://schemas.openxmlformats.org/drawingml/2006/main">
              <a:ext uri="{FF2B5EF4-FFF2-40B4-BE49-F238E27FC236}">
                <a16:creationId xmlns:a16="http://schemas.microsoft.com/office/drawing/2014/main" id="{221D5F33-C2C4-4CEC-98BA-9C0F4D4B9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19850"/>
            <a:ext cx="1143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01 / 19</a:t>
            </a:r>
            <a:endParaRPr sz="900" b="1">
              <a:solidFill>
                <a:srgbClr val="5E747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643572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圆角矩形 19">
            <a:extLst xmlns:a="http://schemas.openxmlformats.org/drawingml/2006/main">
              <a:ext uri="{FF2B5EF4-FFF2-40B4-BE49-F238E27FC236}">
                <a16:creationId xmlns:a16="http://schemas.microsoft.com/office/drawing/2014/main" id="{95B02CD1-EA8B-4148-B659-56F31FC8E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819650" cy="5619750"/>
          </a:xfrm>
          <a:prstGeom xmlns:a="http://schemas.openxmlformats.org/drawingml/2006/main" prst="roundRect">
            <a:avLst>
              <a:gd name="adj" fmla="val 2372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A9DDD8"/>
            </a:solidFill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9C469D86-1FF8-4720-9E4E-2C7DABD2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895350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CONCEPT</a:t>
            </a:r>
            <a:endParaRPr sz="1100" b="1">
              <a:solidFill>
                <a:srgbClr val="147D85"/>
              </a:solidFill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CD858384-7D86-4ADB-9727-BFB122F6B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383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Profile</a:t>
            </a:r>
            <a:endParaRPr sz="2400" b="1">
              <a:solidFill>
                <a:srgbClr val="103B4A"/>
              </a:solidFill>
            </a:endParaRPr>
          </a:p>
        </p:txBody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70735A2B-05B9-4976-A1C9-F9489CE1A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133600"/>
            <a:ext cx="9525" cy="323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7D85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1006CA4-F55D-40D4-9686-E44D81437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Explore</a:t>
            </a:r>
            <a:endParaRPr sz="2400" b="1">
              <a:solidFill>
                <a:srgbClr val="103B4A"/>
              </a:solidFill>
            </a:endParaRPr>
          </a:p>
        </p:txBody>
      </p:sp>
      <p:sp>
        <p:nvSpPr>
          <p:cNvPr id="6" name="直接连接符 5">
            <a:extLst xmlns:a="http://schemas.openxmlformats.org/drawingml/2006/main">
              <a:ext uri="{FF2B5EF4-FFF2-40B4-BE49-F238E27FC236}">
                <a16:creationId xmlns:a16="http://schemas.microsoft.com/office/drawing/2014/main" id="{528F626A-6D31-4253-859C-F6660FCAA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876550"/>
            <a:ext cx="9525" cy="323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7D85"/>
            </a:solidFill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7CD21B6E-7683-4A62-8ABB-0CE40409A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1242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Observe</a:t>
            </a:r>
            <a:endParaRPr sz="2400" b="1">
              <a:solidFill>
                <a:srgbClr val="103B4A"/>
              </a:solidFill>
            </a:endParaRP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844F1187-2A51-49E7-BC91-5834982C3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619500"/>
            <a:ext cx="9525" cy="323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7D85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059DEF15-2BF3-4AD0-9816-E7F60AE47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8671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Reflect</a:t>
            </a:r>
            <a:endParaRPr sz="2400" b="1">
              <a:solidFill>
                <a:srgbClr val="103B4A"/>
              </a:solidFill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286E579E-5130-4016-8D52-7D2119AD6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340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One calm path for a new diver</a:t>
            </a:r>
            <a:endParaRPr sz="1700" b="1">
              <a:solidFill>
                <a:srgbClr val="147D85"/>
              </a:solidFill>
            </a:endParaRP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75299B53-47CC-4245-A59A-B9CEFA4F0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8953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00" b="1">
                <a:solidFill>
                  <a:srgbClr val="147D85"/>
                </a:solidFill>
              </a:defRPr>
            </a:pPr>
            <a:r>
              <a:rPr sz="1900" b="1">
                <a:solidFill>
                  <a:srgbClr val="147D85"/>
                </a:solidFill>
              </a:rPr>
              <a:t>DiveSafe connects preparation, observation and reflection</a:t>
            </a:r>
            <a:endParaRPr sz="1900" b="1">
              <a:solidFill>
                <a:srgbClr val="147D85"/>
              </a:solidFill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76207BB3-57FE-48DD-B473-3A746C4BB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352550"/>
            <a:ext cx="5334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23F4C"/>
                </a:solidFill>
              </a:defRPr>
            </a:pPr>
            <a:r>
              <a:rPr sz="1050" b="1">
                <a:solidFill>
                  <a:srgbClr val="123F4C"/>
                </a:solidFill>
              </a:rPr>
              <a:t>A guided prototype: choose a site, read the local context, and keep the record small.</a:t>
            </a:r>
            <a:endParaRPr sz="4000" b="1">
              <a:solidFill>
                <a:srgbClr val="103B4A"/>
              </a:solidFill>
            </a:endParaRP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8E9B094-28E8-4991-8F69-3CEEBD408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1432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Iteration 1: prepare and explore</a:t>
            </a:r>
            <a:endParaRPr sz="1700" b="1">
              <a:solidFill>
                <a:srgbClr val="5E747C"/>
              </a:solidFill>
            </a:endParaRP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7D6F890F-1AEC-4C0B-9AB4-77A43B289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600450"/>
            <a:ext cx="4857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00" b="0">
                <a:solidFill>
                  <a:srgbClr val="193642"/>
                </a:solidFill>
              </a:defRPr>
            </a:pPr>
            <a:r>
              <a:rPr sz="1600" b="0">
                <a:solidFill>
                  <a:srgbClr val="193642"/>
                </a:solidFill>
              </a:rPr>
              <a:t>Explore a site, read a briefing, log a sighting, then reflect on a clear learning record.</a:t>
            </a:r>
            <a:endParaRPr sz="1600" b="0">
              <a:solidFill>
                <a:srgbClr val="193642"/>
              </a:solidFill>
            </a:endParaRP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87A846EB-6DF4-4B6E-AFB5-479FB3E48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410200"/>
            <a:ext cx="485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23F4C"/>
                </a:solidFill>
              </a:defRPr>
            </a:pPr>
            <a:r>
              <a:rPr sz="1050" b="1">
                <a:solidFill>
                  <a:srgbClr val="123F4C"/>
                </a:solidFill>
              </a:rPr>
              <a:t>No social feed or live recognition is claimed in this version.</a:t>
            </a:r>
            <a:endParaRPr sz="1700" b="1">
              <a:solidFill>
                <a:srgbClr val="147D85"/>
              </a:solidFill>
            </a:endParaRPr>
          </a:p>
        </p:txBody>
      </p:sp>
      <p:sp>
        <p:nvSpPr>
          <p:cNvPr id="16" name="直接连接符 15">
            <a:extLst xmlns:a="http://schemas.openxmlformats.org/drawingml/2006/main">
              <a:ext uri="{FF2B5EF4-FFF2-40B4-BE49-F238E27FC236}">
                <a16:creationId xmlns:a16="http://schemas.microsoft.com/office/drawing/2014/main" id="{98EAC420-B7BF-458B-B7BC-982A74A2B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F69115A-6A84-411E-9E6F-D243A697E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905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TEAM 04 - DIVESAFE MY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0960FD29-490D-4238-8F7C-D0690D9ED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419850"/>
            <a:ext cx="2571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CONCEPT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234487E8-7502-407B-8F5F-EEF42300E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19850"/>
            <a:ext cx="1143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02 / 19</a:t>
            </a:r>
            <a:endParaRPr sz="900" b="1">
              <a:solidFill>
                <a:srgbClr val="5E747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701351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33C56229-4D0F-40BD-8318-784DC415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PROFILE</a:t>
            </a:r>
            <a:endParaRPr sz="1100" b="1">
              <a:solidFill>
                <a:srgbClr val="147D85"/>
              </a:solidFill>
            </a:endParaRPr>
          </a:p>
        </p:txBody>
      </p:sp>
      <p:sp>
        <p:nvSpPr>
          <p:cNvPr id="2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DDA966B2-39E4-4B20-84E0-9F994DB80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03B4A"/>
                </a:solidFill>
              </a:defRPr>
            </a:pPr>
            <a:r>
              <a:rPr sz="3000" b="1">
                <a:solidFill>
                  <a:srgbClr val="103B4A"/>
                </a:solidFill>
              </a:rPr>
              <a:t>A recreational diver needs calm, practical guidance</a:t>
            </a:r>
            <a:endParaRPr sz="3000" b="1">
              <a:solidFill>
                <a:srgbClr val="103B4A"/>
              </a:solidFill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62F977C6-319B-4F34-BD0D-F57FF88F8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7F803487-498B-4A6B-A1AD-7013FA8D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50CF72BA-A884-45A1-A515-B06E4129C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905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TEAM 04 - DIVESAFE MY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3CAAFD4-F48B-4560-8366-6B9A765F1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419850"/>
            <a:ext cx="2571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PROFILE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56ACE6B-0180-4FB2-843F-7E55067C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19850"/>
            <a:ext cx="1143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03 / 19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6F61A257-2541-449F-83C7-692714DC7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276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Synthetic demo profile</a:t>
            </a:r>
            <a:endParaRPr sz="5000" b="1">
              <a:solidFill>
                <a:srgbClr val="147D85"/>
              </a:solidFill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491376A2-AED0-41C0-8C85-B5736E202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00" b="0">
                <a:solidFill>
                  <a:srgbClr val="193642"/>
                </a:solidFill>
              </a:defRPr>
            </a:pPr>
            <a:r>
              <a:rPr sz="1900" b="0">
                <a:solidFill>
                  <a:srgbClr val="193642"/>
                </a:solidFill>
              </a:rPr>
              <a:t>The prototype supports preparation with plain language; it is not certification, medical advice or an emergency authority.</a:t>
            </a:r>
            <a:endParaRPr sz="1900" b="0">
              <a:solidFill>
                <a:srgbClr val="193642"/>
              </a:solidFill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7D4672C-32F0-43F4-A401-90DEFAF1B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32194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23F4C"/>
                </a:solidFill>
              </a:defRPr>
            </a:pPr>
            <a:r>
              <a:rPr sz="1125" b="1">
                <a:solidFill>
                  <a:srgbClr val="123F4C"/>
                </a:solidFill>
              </a:rPr>
              <a:t>Nickname, experience level and interest only.</a:t>
            </a:r>
            <a:endParaRPr sz="2300" b="1">
              <a:solidFill>
                <a:srgbClr val="103B4A"/>
              </a:solidFill>
            </a:endParaRPr>
          </a:p>
        </p:txBody>
      </p:sp>
      <p:sp>
        <p:nvSpPr>
          <p:cNvPr id="11" name="直接连接符 10">
            <a:extLst xmlns:a="http://schemas.openxmlformats.org/drawingml/2006/main">
              <a:ext uri="{FF2B5EF4-FFF2-40B4-BE49-F238E27FC236}">
                <a16:creationId xmlns:a16="http://schemas.microsoft.com/office/drawing/2014/main" id="{1241C437-61D0-4074-BA3F-12CACD34F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809750"/>
            <a:ext cx="95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12" name="圆角矩形 11">
            <a:extLst xmlns:a="http://schemas.openxmlformats.org/drawingml/2006/main">
              <a:ext uri="{FF2B5EF4-FFF2-40B4-BE49-F238E27FC236}">
                <a16:creationId xmlns:a16="http://schemas.microsoft.com/office/drawing/2014/main" id="{3854A9C3-D149-4E9E-9F84-C22BB598B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09775"/>
            <a:ext cx="123825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ED17DE60-96F5-45AE-B19D-843F47961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943100"/>
            <a:ext cx="5924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No real identity fields</a:t>
            </a:r>
            <a:endParaRPr sz="2000" b="1">
              <a:solidFill>
                <a:srgbClr val="193642"/>
              </a:solidFill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2DADCEDF-48A7-43F5-98B0-FB91119EC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62275"/>
            <a:ext cx="123825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B7DC0B0D-B5FA-479D-A7C6-077D28633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95600"/>
            <a:ext cx="5924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Show level and interest</a:t>
            </a:r>
            <a:endParaRPr sz="2000" b="1">
              <a:solidFill>
                <a:srgbClr val="193642"/>
              </a:solidFill>
            </a:endParaRPr>
          </a:p>
        </p:txBody>
      </p:sp>
      <p:sp>
        <p:nvSpPr>
          <p:cNvPr id="16" name="圆角矩形 15">
            <a:extLst xmlns:a="http://schemas.openxmlformats.org/drawingml/2006/main">
              <a:ext uri="{FF2B5EF4-FFF2-40B4-BE49-F238E27FC236}">
                <a16:creationId xmlns:a16="http://schemas.microsoft.com/office/drawing/2014/main" id="{B83A3D17-8AAF-4F82-94B6-E0E25563A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914775"/>
            <a:ext cx="123825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A942F5EE-0777-4A0B-AA34-6122B9D2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848100"/>
            <a:ext cx="5924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Use short, plain prompts</a:t>
            </a:r>
            <a:endParaRPr sz="2000" b="1">
              <a:solidFill>
                <a:srgbClr val="193642"/>
              </a:solidFill>
            </a:endParaRPr>
          </a:p>
        </p:txBody>
      </p:sp>
      <p:sp>
        <p:nvSpPr>
          <p:cNvPr id="18" name="圆角矩形 17">
            <a:extLst xmlns:a="http://schemas.openxmlformats.org/drawingml/2006/main">
              <a:ext uri="{FF2B5EF4-FFF2-40B4-BE49-F238E27FC236}">
                <a16:creationId xmlns:a16="http://schemas.microsoft.com/office/drawing/2014/main" id="{739C020F-9B22-4891-8B96-4059D6F0E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953000"/>
            <a:ext cx="6191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3B4A"/>
          </a:solidFill>
          <a:ln xmlns:a="http://schemas.openxmlformats.org/drawingml/2006/main" w="11430">
            <a:solidFill>
              <a:srgbClr val="103B4A"/>
            </a:solidFill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2D31AE2B-6955-419F-80F7-AE15D26DF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153025"/>
            <a:ext cx="5734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4FBFA"/>
                </a:solidFill>
              </a:defRPr>
            </a:pPr>
            <a:r>
              <a:rPr sz="975" b="1">
                <a:solidFill>
                  <a:srgbClr val="F4FBFA"/>
                </a:solidFill>
              </a:rPr>
              <a:t>The profile supports a demo flow, not an account.</a:t>
            </a:r>
            <a:endParaRPr sz="1400" b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16064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矩形 30">
            <a:extLst xmlns:a="http://schemas.openxmlformats.org/drawingml/2006/main">
              <a:ext uri="{FF2B5EF4-FFF2-40B4-BE49-F238E27FC236}">
                <a16:creationId xmlns:a16="http://schemas.microsoft.com/office/drawing/2014/main" id="{08523D2C-6B55-4181-A058-D825C792F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DIVE SITES</a:t>
            </a:r>
            <a:endParaRPr sz="1100" b="1">
              <a:solidFill>
                <a:srgbClr val="147D85"/>
              </a:solidFill>
            </a:endParaRP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77711D09-773F-45BF-AABC-E1CDDAAB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23F4C"/>
                </a:solidFill>
              </a:defRPr>
            </a:pPr>
            <a:r>
              <a:rPr sz="2550" b="1">
                <a:solidFill>
                  <a:srgbClr val="123F4C"/>
                </a:solidFill>
              </a:rPr>
              <a:t>Dive-site cards turn a choice into a focused preparation step</a:t>
            </a:r>
            <a:endParaRPr sz="3000" b="1">
              <a:solidFill>
                <a:srgbClr val="103B4A"/>
              </a:solidFill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89488C0A-4DAD-4A80-8DC4-E455CDEC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94921042-6FB6-435A-AC00-3436B68F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8625459-525F-4BE6-8E77-1397B98E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905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TEAM 04 - DIVESAFE MY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B633FA84-ABA0-45D0-8C1B-FBBE98CE1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419850"/>
            <a:ext cx="2571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DIVE SITES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4C815C65-6FF7-41FE-ACFE-BD42D602E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19850"/>
            <a:ext cx="1143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04 / 19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0B75C195-BF3D-43AC-99F9-CE0AFB06C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3333750" cy="37528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A9DDD8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1ADFA7D5-AE50-4126-8CB2-57B562276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14550"/>
            <a:ext cx="2190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4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Choose a dive site</a:t>
            </a:r>
            <a:endParaRPr sz="1000" b="1">
              <a:solidFill>
                <a:srgbClr val="147D85"/>
              </a:solidFill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1ABE9E5-0305-469E-8EB3-5C31C3464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95550"/>
            <a:ext cx="266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23F4C"/>
                </a:solidFill>
              </a:defRPr>
            </a:pPr>
            <a:r>
              <a:rPr sz="1125" b="1">
                <a:solidFill>
                  <a:srgbClr val="123F4C"/>
                </a:solidFill>
              </a:rPr>
              <a:t>Cards show region, ecology and source.</a:t>
            </a:r>
            <a:endParaRPr sz="2400" b="1">
              <a:solidFill>
                <a:srgbClr val="103B4A"/>
              </a:solidFill>
            </a:endParaRP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A275280B-501F-450A-B59B-9D8968B8C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57550"/>
            <a:ext cx="266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00" b="0">
                <a:solidFill>
                  <a:srgbClr val="193642"/>
                </a:solidFill>
              </a:defRPr>
            </a:pPr>
            <a:r>
              <a:rPr sz="1700" b="0">
                <a:solidFill>
                  <a:srgbClr val="193642"/>
                </a:solidFill>
              </a:rPr>
              <a:t>Each card offers curated context only. Qualified local operators confirm final access, conditions and safety decisions.</a:t>
            </a:r>
            <a:endParaRPr sz="1700" b="0">
              <a:solidFill>
                <a:srgbClr val="193642"/>
              </a:solidFill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D063824-8238-4B23-9BC6-5A7D42C16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Area labels stay approximate.</a:t>
            </a:r>
            <a:endParaRPr sz="1600" b="1">
              <a:solidFill>
                <a:srgbClr val="147D85"/>
              </a:solidFill>
            </a:endParaRP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04A56D6-8B76-4BE4-BF25-679254264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9240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458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Perhentian area</a:t>
            </a:r>
            <a:endParaRPr sz="1100" b="1">
              <a:solidFill>
                <a:srgbClr val="147D85"/>
              </a:solidFill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AEC5CFD5-58A4-44BF-8DA1-3718448B9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47925"/>
            <a:ext cx="123825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FC4B337F-A75C-407F-BEF9-3CC477191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381250"/>
            <a:ext cx="2590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23F4C"/>
                </a:solidFill>
              </a:defRPr>
            </a:pPr>
            <a:r>
              <a:rPr sz="1200" b="0">
                <a:solidFill>
                  <a:srgbClr val="123F4C"/>
                </a:solidFill>
              </a:rPr>
              <a:t>Calm-water context</a:t>
            </a:r>
            <a:endParaRPr sz="1900" b="0">
              <a:solidFill>
                <a:srgbClr val="193642"/>
              </a:solidFill>
            </a:endParaRPr>
          </a:p>
        </p:txBody>
      </p:sp>
      <p:sp>
        <p:nvSpPr>
          <p:cNvPr id="16" name="圆角矩形 15">
            <a:extLst xmlns:a="http://schemas.openxmlformats.org/drawingml/2006/main">
              <a:ext uri="{FF2B5EF4-FFF2-40B4-BE49-F238E27FC236}">
                <a16:creationId xmlns:a16="http://schemas.microsoft.com/office/drawing/2014/main" id="{D299FE46-26A2-4E1F-8822-25D136ED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019425"/>
            <a:ext cx="123825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1CF842B5-B3F8-4243-B837-9BDC22980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952750"/>
            <a:ext cx="2590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23F4C"/>
                </a:solidFill>
              </a:defRPr>
            </a:pPr>
            <a:r>
              <a:rPr sz="1200" b="0">
                <a:solidFill>
                  <a:srgbClr val="123F4C"/>
                </a:solidFill>
              </a:rPr>
              <a:t>Coral and reef life</a:t>
            </a:r>
            <a:endParaRPr sz="1900" b="0">
              <a:solidFill>
                <a:srgbClr val="193642"/>
              </a:solidFill>
            </a:endParaRPr>
          </a:p>
        </p:txBody>
      </p:sp>
      <p:sp>
        <p:nvSpPr>
          <p:cNvPr id="18" name="圆角矩形 17">
            <a:extLst xmlns:a="http://schemas.openxmlformats.org/drawingml/2006/main">
              <a:ext uri="{FF2B5EF4-FFF2-40B4-BE49-F238E27FC236}">
                <a16:creationId xmlns:a16="http://schemas.microsoft.com/office/drawing/2014/main" id="{76AA408C-D390-41C5-9474-B78156DBC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590925"/>
            <a:ext cx="123825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00ED02AE-1E73-4FD2-9C95-FFF8D39EC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524250"/>
            <a:ext cx="2590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23F4C"/>
                </a:solidFill>
              </a:defRPr>
            </a:pPr>
            <a:r>
              <a:rPr sz="1125" b="0">
                <a:solidFill>
                  <a:srgbClr val="123F4C"/>
                </a:solidFill>
              </a:rPr>
              <a:t>Read the site note before planning.</a:t>
            </a:r>
            <a:endParaRPr sz="1900" b="0">
              <a:solidFill>
                <a:srgbClr val="193642"/>
              </a:solidFill>
            </a:endParaRPr>
          </a:p>
        </p:txBody>
      </p:sp>
      <p:sp>
        <p:nvSpPr>
          <p:cNvPr id="20" name="圆角矩形 19">
            <a:extLst xmlns:a="http://schemas.openxmlformats.org/drawingml/2006/main">
              <a:ext uri="{FF2B5EF4-FFF2-40B4-BE49-F238E27FC236}">
                <a16:creationId xmlns:a16="http://schemas.microsoft.com/office/drawing/2014/main" id="{A8CEA296-D831-4376-9FEF-302660993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238625"/>
            <a:ext cx="123825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A3A7F3AD-8529-4D52-A06E-83F7D3692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171950"/>
            <a:ext cx="2590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23F4C"/>
                </a:solidFill>
              </a:defRPr>
            </a:pPr>
            <a:r>
              <a:rPr sz="1200" b="0">
                <a:solidFill>
                  <a:srgbClr val="123F4C"/>
                </a:solidFill>
              </a:rPr>
              <a:t>Check local conditions</a:t>
            </a:r>
            <a:endParaRPr sz="1900" b="0">
              <a:solidFill>
                <a:srgbClr val="193642"/>
              </a:solidFill>
            </a:endParaRP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3CD26949-CBBF-4858-8317-4AB1D6BD6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240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458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Tioman area</a:t>
            </a:r>
            <a:endParaRPr sz="1100" b="1">
              <a:solidFill>
                <a:srgbClr val="147D85"/>
              </a:solidFill>
            </a:endParaRPr>
          </a:p>
        </p:txBody>
      </p:sp>
      <p:sp>
        <p:nvSpPr>
          <p:cNvPr id="23" name="圆角矩形 22">
            <a:extLst xmlns:a="http://schemas.openxmlformats.org/drawingml/2006/main">
              <a:ext uri="{FF2B5EF4-FFF2-40B4-BE49-F238E27FC236}">
                <a16:creationId xmlns:a16="http://schemas.microsoft.com/office/drawing/2014/main" id="{68B1D032-F88E-4E28-BD0C-1EF19CF3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47925"/>
            <a:ext cx="123825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CA38F"/>
          </a:solidFill>
          <a:ln xmlns:a="http://schemas.openxmlformats.org/drawingml/2006/main" w="11430">
            <a:solidFill>
              <a:srgbClr val="ECA38F"/>
            </a:solidFill>
            <a:prstDash val="solid"/>
          </a:ln>
        </p:spPr>
        <p:txBody>
          <a:bodyPr xmlns:a="http://schemas.openxmlformats.org/drawingml/2006/main" wrap="square" anchor="ctr">
            <a:normAutofit fontScale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123F4C"/>
                </a:solidFill>
              </a:defRPr>
            </a:pPr>
            <a:r>
              <a:rPr sz="1200">
                <a:solidFill>
                  <a:srgbClr val="123F4C"/>
                </a:solidFill>
              </a:rPr>
              <a:t>Sabah coast</a:t>
            </a: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95CB252C-4FE6-4CA2-AACB-4F39704C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81250"/>
            <a:ext cx="2590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23F4C"/>
                </a:solidFill>
              </a:defRPr>
            </a:pPr>
            <a:r>
              <a:rPr sz="1200" b="0">
                <a:solidFill>
                  <a:srgbClr val="123F4C"/>
                </a:solidFill>
              </a:rPr>
              <a:t>Reef learning context</a:t>
            </a:r>
            <a:endParaRPr sz="1900" b="0">
              <a:solidFill>
                <a:srgbClr val="193642"/>
              </a:solidFill>
            </a:endParaRPr>
          </a:p>
        </p:txBody>
      </p:sp>
      <p:sp>
        <p:nvSpPr>
          <p:cNvPr id="25" name="圆角矩形 24">
            <a:extLst xmlns:a="http://schemas.openxmlformats.org/drawingml/2006/main">
              <a:ext uri="{FF2B5EF4-FFF2-40B4-BE49-F238E27FC236}">
                <a16:creationId xmlns:a16="http://schemas.microsoft.com/office/drawing/2014/main" id="{197DB00B-7A7A-4A9D-B001-D7A2BF0F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19425"/>
            <a:ext cx="123825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CA38F"/>
          </a:solidFill>
          <a:ln xmlns:a="http://schemas.openxmlformats.org/drawingml/2006/main" w="11430">
            <a:solidFill>
              <a:srgbClr val="ECA38F"/>
            </a:solidFill>
            <a:prstDash val="solid"/>
          </a:ln>
        </p:spPr>
        <p:txBody>
          <a:bodyPr xmlns:a="http://schemas.openxmlformats.org/drawingml/2006/main" wrap="square" anchor="ctr">
            <a:normAutofit fontScale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123F4C"/>
                </a:solidFill>
              </a:defRPr>
            </a:pPr>
            <a:r>
              <a:rPr sz="1200">
                <a:solidFill>
                  <a:srgbClr val="123F4C"/>
                </a:solidFill>
              </a:rPr>
              <a:t>Public context only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BF906D73-882E-4F27-AC96-CE33594A0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952750"/>
            <a:ext cx="2590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23F4C"/>
                </a:solidFill>
              </a:defRPr>
            </a:pPr>
            <a:r>
              <a:rPr sz="1200" b="0">
                <a:solidFill>
                  <a:srgbClr val="123F4C"/>
                </a:solidFill>
              </a:rPr>
              <a:t>Species examples, not guarantees</a:t>
            </a:r>
            <a:endParaRPr sz="1900" b="0">
              <a:solidFill>
                <a:srgbClr val="193642"/>
              </a:solidFill>
            </a:endParaRPr>
          </a:p>
        </p:txBody>
      </p:sp>
      <p:sp>
        <p:nvSpPr>
          <p:cNvPr id="27" name="圆角矩形 26">
            <a:extLst xmlns:a="http://schemas.openxmlformats.org/drawingml/2006/main">
              <a:ext uri="{FF2B5EF4-FFF2-40B4-BE49-F238E27FC236}">
                <a16:creationId xmlns:a16="http://schemas.microsoft.com/office/drawing/2014/main" id="{A692FF40-19C7-451C-80C5-09685217A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0925"/>
            <a:ext cx="123825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CA38F"/>
          </a:solidFill>
          <a:ln xmlns:a="http://schemas.openxmlformats.org/drawingml/2006/main" w="11430">
            <a:solidFill>
              <a:srgbClr val="ECA38F"/>
            </a:solidFill>
            <a:prstDash val="solid"/>
          </a:ln>
        </p:spPr>
        <p:txBody>
          <a:bodyPr xmlns:a="http://schemas.openxmlformats.org/drawingml/2006/main" wrap="square" anchor="ctr">
            <a:normAutofit fontScale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123F4C"/>
                </a:solidFill>
              </a:defRPr>
            </a:pPr>
            <a:r>
              <a:rPr sz="1200">
                <a:solidFill>
                  <a:srgbClr val="123F4C"/>
                </a:solidFill>
              </a:rPr>
              <a:t>Use the guide with a buddy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A1707E6A-12C2-477D-88D4-4BB85A8E9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524250"/>
            <a:ext cx="2590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23F4C"/>
                </a:solidFill>
              </a:defRPr>
            </a:pPr>
            <a:r>
              <a:rPr sz="1200" b="0">
                <a:solidFill>
                  <a:srgbClr val="123F4C"/>
                </a:solidFill>
              </a:rPr>
              <a:t>Operator briefing first</a:t>
            </a:r>
            <a:endParaRPr sz="1900" b="0">
              <a:solidFill>
                <a:srgbClr val="193642"/>
              </a:solidFill>
            </a:endParaRPr>
          </a:p>
        </p:txBody>
      </p:sp>
      <p:sp>
        <p:nvSpPr>
          <p:cNvPr id="29" name="圆角矩形 28">
            <a:extLst xmlns:a="http://schemas.openxmlformats.org/drawingml/2006/main">
              <a:ext uri="{FF2B5EF4-FFF2-40B4-BE49-F238E27FC236}">
                <a16:creationId xmlns:a16="http://schemas.microsoft.com/office/drawing/2014/main" id="{82CB91FF-6E8A-4FDF-91B8-160EEBA9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62425"/>
            <a:ext cx="123825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CA38F"/>
          </a:solidFill>
          <a:ln xmlns:a="http://schemas.openxmlformats.org/drawingml/2006/main" w="11430">
            <a:solidFill>
              <a:srgbClr val="ECA38F"/>
            </a:solidFill>
            <a:prstDash val="solid"/>
          </a:ln>
        </p:spPr>
      </p:sp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0408121F-0D9A-4256-B5BE-0D70A18AD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95750"/>
            <a:ext cx="2590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23F4C"/>
                </a:solidFill>
              </a:defRPr>
            </a:pPr>
            <a:r>
              <a:rPr sz="1200" b="0">
                <a:solidFill>
                  <a:srgbClr val="123F4C"/>
                </a:solidFill>
              </a:rPr>
              <a:t>No exact sensitive locations</a:t>
            </a:r>
            <a:endParaRPr sz="1900" b="0">
              <a:solidFill>
                <a:srgbClr val="1936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93370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矩形 32">
            <a:extLst xmlns:a="http://schemas.openxmlformats.org/drawingml/2006/main">
              <a:ext uri="{FF2B5EF4-FFF2-40B4-BE49-F238E27FC236}">
                <a16:creationId xmlns:a16="http://schemas.microsoft.com/office/drawing/2014/main" id="{EC78B36D-C458-4268-9E35-FBCAA09A4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SPECIES</a:t>
            </a:r>
            <a:endParaRPr sz="1100" b="1">
              <a:solidFill>
                <a:srgbClr val="147D85"/>
              </a:solidFill>
            </a:endParaRPr>
          </a:p>
        </p:txBody>
      </p:sp>
      <p:sp>
        <p:nvSpPr>
          <p:cNvPr id="2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015EAD13-1D16-4A14-AEE7-0928E779A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03B4A"/>
                </a:solidFill>
              </a:defRPr>
            </a:pPr>
            <a:r>
              <a:rPr sz="3000" b="1">
                <a:solidFill>
                  <a:srgbClr val="103B4A"/>
                </a:solidFill>
              </a:rPr>
              <a:t>Species cards encourage noticing, never guessing</a:t>
            </a:r>
            <a:endParaRPr sz="3000" b="1">
              <a:solidFill>
                <a:srgbClr val="103B4A"/>
              </a:solidFill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E3B318E4-ACF0-4B42-B933-16F0946A6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90F93BB4-D63E-4D3D-B267-E088FD1D3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3FF8B5AF-4F01-4473-B8DF-B95D7709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905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TEAM 04 - DIVESAFE MY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B621DEA-FE9D-4DEC-A4B7-E062EE0D6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419850"/>
            <a:ext cx="2571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SPECIES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6CF54984-52D7-4814-A897-5C427CC60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19850"/>
            <a:ext cx="1143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05 / 19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21D3548D-792A-4422-8D36-F352D9DF4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00304E2-CC9B-4456-88FA-EB1EEF57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FFFF"/>
                </a:solidFill>
              </a:defRPr>
            </a:pPr>
            <a:endParaRPr sz="1500" b="1">
              <a:solidFill>
                <a:srgbClr val="FFFFFF"/>
              </a:solidFill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5E5797B1-F463-48F6-91D9-47557577F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Green turtle</a:t>
            </a:r>
            <a:endParaRPr sz="2200" b="1">
              <a:solidFill>
                <a:srgbClr val="103B4A"/>
              </a:solidFill>
            </a:endParaRP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244C796-8B07-4559-A8A9-828B4BD3C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228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00" b="0">
                <a:solidFill>
                  <a:srgbClr val="193642"/>
                </a:solidFill>
              </a:defRPr>
            </a:pPr>
            <a:r>
              <a:rPr sz="1600" b="0">
                <a:solidFill>
                  <a:srgbClr val="193642"/>
                </a:solidFill>
              </a:rPr>
              <a:t>Examples are educational and respectful-distance prompts. They do not verify identity or guarantee a species at a site.</a:t>
            </a:r>
            <a:endParaRPr sz="1600" b="0">
              <a:solidFill>
                <a:srgbClr val="193642"/>
              </a:solidFill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1BEB365-76E7-4361-BEE1-C7DAA9C4F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/>
            </a:r>
            <a:endParaRPr sz="1700" b="1">
              <a:solidFill>
                <a:srgbClr val="147D85"/>
              </a:solidFill>
            </a:endParaRPr>
          </a:p>
        </p:txBody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E128E1EE-A9B4-49DF-AEF4-B70C192D4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209800"/>
            <a:ext cx="266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2A58058E-80B3-44B5-9E08-7AEDE0E76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01930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874F988C-C7CA-47DA-A940-F255B9B1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0955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FFFF"/>
                </a:solidFill>
              </a:defRPr>
            </a:pPr>
            <a:endParaRPr sz="1500" b="1">
              <a:solidFill>
                <a:srgbClr val="FFFFFF"/>
              </a:solidFill>
            </a:endParaRP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B9E20FCC-18EE-4DC4-9430-4786572BF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6289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Whale shark</a:t>
            </a:r>
            <a:endParaRPr sz="2200" b="1">
              <a:solidFill>
                <a:srgbClr val="103B4A"/>
              </a:solidFill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84DCB8C0-9773-485A-86A1-2537C297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48000"/>
            <a:ext cx="228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23F4C"/>
                </a:solidFill>
              </a:defRPr>
            </a:pPr>
            <a:r>
              <a:rPr sz="1125" b="0">
                <a:solidFill>
                  <a:srgbClr val="123F4C"/>
                </a:solidFill>
              </a:rPr>
              <a:t>Example only; do not chase or touch.</a:t>
            </a:r>
            <a:endParaRPr sz="1600" b="0">
              <a:solidFill>
                <a:srgbClr val="193642"/>
              </a:solidFill>
            </a:endParaRP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51B3569E-A3DB-4635-997F-5B1BC196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49580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Public context</a:t>
            </a:r>
            <a:endParaRPr sz="1700" b="1">
              <a:solidFill>
                <a:srgbClr val="147D85"/>
              </a:solidFill>
            </a:endParaRPr>
          </a:p>
        </p:txBody>
      </p:sp>
      <p:sp>
        <p:nvSpPr>
          <p:cNvPr id="19" name="直接连接符 18">
            <a:extLst xmlns:a="http://schemas.openxmlformats.org/drawingml/2006/main">
              <a:ext uri="{FF2B5EF4-FFF2-40B4-BE49-F238E27FC236}">
                <a16:creationId xmlns:a16="http://schemas.microsoft.com/office/drawing/2014/main" id="{32799B3F-88EF-43C9-B0F2-4C668C545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209800"/>
            <a:ext cx="266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20" name="圆角矩形 19">
            <a:extLst xmlns:a="http://schemas.openxmlformats.org/drawingml/2006/main">
              <a:ext uri="{FF2B5EF4-FFF2-40B4-BE49-F238E27FC236}">
                <a16:creationId xmlns:a16="http://schemas.microsoft.com/office/drawing/2014/main" id="{5C9CED96-1010-4F51-9C6F-F7BA1C074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1930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3B4A"/>
          </a:solidFill>
          <a:ln xmlns:a="http://schemas.openxmlformats.org/drawingml/2006/main" w="11430">
            <a:solidFill>
              <a:srgbClr val="103B4A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253212E8-FA5E-4366-B5E3-AC3C3FB53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955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FFFF"/>
                </a:solidFill>
              </a:defRPr>
            </a:pPr>
            <a:endParaRPr sz="1500" b="1">
              <a:solidFill>
                <a:srgbClr val="FFFFFF"/>
              </a:solidFill>
            </a:endParaRP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19160C4-4916-40DD-9A3A-833B9DBE2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289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Reef shark</a:t>
            </a:r>
            <a:endParaRPr sz="2200" b="1">
              <a:solidFill>
                <a:srgbClr val="103B4A"/>
              </a:solidFill>
            </a:endParaRP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1C298423-C43C-478D-A477-EFE0BBDEE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48000"/>
            <a:ext cx="228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23F4C"/>
                </a:solidFill>
              </a:defRPr>
            </a:pPr>
            <a:r>
              <a:rPr sz="1125" b="0">
                <a:solidFill>
                  <a:srgbClr val="123F4C"/>
                </a:solidFill>
              </a:rPr>
              <a:t>Notice shape and movement, then confirm.</a:t>
            </a:r>
            <a:endParaRPr sz="1600" b="0">
              <a:solidFill>
                <a:srgbClr val="193642"/>
              </a:solidFill>
            </a:endParaRP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A0F0F97C-4C76-49DA-892E-A45496DA8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9580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Public context</a:t>
            </a:r>
            <a:endParaRPr sz="1700" b="1">
              <a:solidFill>
                <a:srgbClr val="147D85"/>
              </a:solidFill>
            </a:endParaRPr>
          </a:p>
        </p:txBody>
      </p:sp>
      <p:sp>
        <p:nvSpPr>
          <p:cNvPr id="25" name="直接连接符 24">
            <a:extLst xmlns:a="http://schemas.openxmlformats.org/drawingml/2006/main">
              <a:ext uri="{FF2B5EF4-FFF2-40B4-BE49-F238E27FC236}">
                <a16:creationId xmlns:a16="http://schemas.microsoft.com/office/drawing/2014/main" id="{6DD4E8BC-6135-4C27-BA8F-CE58A7A6E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09800"/>
            <a:ext cx="266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26" name="圆角矩形 25">
            <a:extLst xmlns:a="http://schemas.openxmlformats.org/drawingml/2006/main">
              <a:ext uri="{FF2B5EF4-FFF2-40B4-BE49-F238E27FC236}">
                <a16:creationId xmlns:a16="http://schemas.microsoft.com/office/drawing/2014/main" id="{E0F1BD3A-A195-4953-8E0F-242FE0B98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01930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F4BF6468-9FC7-4B3C-8046-AB237E6E4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0955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FFFF"/>
                </a:solidFill>
              </a:defRPr>
            </a:pPr>
            <a:endParaRPr sz="1500" b="1">
              <a:solidFill>
                <a:srgbClr val="FFFFFF"/>
              </a:solidFill>
            </a:endParaRP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EB3EBF8B-5AD7-41B0-919F-0CD60F45E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6289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Sea fan</a:t>
            </a:r>
            <a:endParaRPr sz="2200" b="1">
              <a:solidFill>
                <a:srgbClr val="103B4A"/>
              </a:solidFill>
            </a:endParaRPr>
          </a:p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5F023641-A28B-443A-ACC4-1708600A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48000"/>
            <a:ext cx="228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23F4C"/>
                </a:solidFill>
              </a:defRPr>
            </a:pPr>
            <a:r>
              <a:rPr sz="1125" b="0">
                <a:solidFill>
                  <a:srgbClr val="123F4C"/>
                </a:solidFill>
              </a:rPr>
              <a:t>Keep fins and gear away from coral.</a:t>
            </a:r>
            <a:endParaRPr sz="1600" b="0">
              <a:solidFill>
                <a:srgbClr val="193642"/>
              </a:solidFill>
            </a:endParaRPr>
          </a:p>
        </p:txBody>
      </p:sp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020B3F40-AEB3-4F63-B62F-1365508F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49580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Public context</a:t>
            </a:r>
            <a:endParaRPr sz="1700" b="1">
              <a:solidFill>
                <a:srgbClr val="147D85"/>
              </a:solidFill>
            </a:endParaRPr>
          </a:p>
        </p:txBody>
      </p:sp>
      <p:sp>
        <p:nvSpPr>
          <p:cNvPr id="31" name="圆角矩形 30">
            <a:extLst xmlns:a="http://schemas.openxmlformats.org/drawingml/2006/main">
              <a:ext uri="{FF2B5EF4-FFF2-40B4-BE49-F238E27FC236}">
                <a16:creationId xmlns:a16="http://schemas.microsoft.com/office/drawing/2014/main" id="{AB50C351-C5FE-44F3-BD9C-D3DD1BDF5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353050"/>
            <a:ext cx="89916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A9DDD8"/>
            </a:solidFill>
            <a:prstDash val="solid"/>
          </a:ln>
        </p:spPr>
        <p:txBody>
          <a:bodyPr xmlns:a="http://schemas.openxmlformats.org/drawingml/2006/main" wrap="square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123F4C"/>
                </a:solidFill>
              </a:defRPr>
            </a:pPr>
            <a:r>
              <a:rPr sz="1050">
                <a:solidFill>
                  <a:srgbClr val="123F4C"/>
                </a:solidFill>
              </a:rPr>
              <a:t/>
            </a:r>
          </a:p>
        </p:txBody>
      </p:sp>
      <p:sp>
        <p:nvSpPr>
          <p:cNvPr id="32" name="矩形 31">
            <a:extLst xmlns:a="http://schemas.openxmlformats.org/drawingml/2006/main">
              <a:ext uri="{FF2B5EF4-FFF2-40B4-BE49-F238E27FC236}">
                <a16:creationId xmlns:a16="http://schemas.microsoft.com/office/drawing/2014/main" id="{91C3922A-7C66-487B-A29A-A4F230654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467350"/>
            <a:ext cx="849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23F4C"/>
                </a:solidFill>
              </a:defRPr>
            </a:pPr>
            <a:r>
              <a:rPr sz="900" b="1">
                <a:solidFill>
                  <a:srgbClr val="123F4C"/>
                </a:solidFill>
              </a:rPr>
              <a:t>Examples are educational. Confirm before saving.</a:t>
            </a:r>
            <a:endParaRPr sz="1600" b="1">
              <a:solidFill>
                <a:srgbClr val="103B4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4421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98374A5B-F2B4-44D6-B9C7-D06922150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APPROXIMATE MAP</a:t>
            </a:r>
            <a:endParaRPr sz="1100" b="1">
              <a:solidFill>
                <a:srgbClr val="147D85"/>
              </a:solidFill>
            </a:endParaRPr>
          </a:p>
        </p:txBody>
      </p:sp>
      <p:sp>
        <p:nvSpPr>
          <p:cNvPr id="2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2E7F6FAD-4D35-4F68-A869-1A2ED79FF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03B4A"/>
                </a:solidFill>
              </a:defRPr>
            </a:pPr>
            <a:r>
              <a:rPr sz="3000" b="1">
                <a:solidFill>
                  <a:srgbClr val="103B4A"/>
                </a:solidFill>
              </a:rPr>
              <a:t>Approximate maps provide orientation, not navigation</a:t>
            </a:r>
            <a:endParaRPr sz="3000" b="1">
              <a:solidFill>
                <a:srgbClr val="103B4A"/>
              </a:solidFill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2550527F-4555-4029-90FC-BF8662A3A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F9B2812F-4474-4146-A326-0AFE5632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5B865CA-95F9-4D62-BC17-E3A0A08A2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905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TEAM 04 - DIVESAFE MY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C342869-6B9C-424C-8FCE-77288365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419850"/>
            <a:ext cx="2571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APPROXIMATE MAP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159CAB93-DE97-4AC6-B1DC-6FB95611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19850"/>
            <a:ext cx="1143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06 / 19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052CF40-7BAF-483E-856C-FAE305A70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458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Approximate view</a:t>
            </a:r>
            <a:endParaRPr sz="1100" b="1">
              <a:solidFill>
                <a:srgbClr val="147D85"/>
              </a:solidFill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56E2259-1839-4800-B60F-95A86EF05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409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23F4C"/>
                </a:solidFill>
              </a:defRPr>
            </a:pPr>
            <a:r>
              <a:rPr sz="1050" b="1">
                <a:solidFill>
                  <a:srgbClr val="123F4C"/>
                </a:solidFill>
              </a:rPr>
              <a:t>A region pin helps orientation; it is not a navigation chart.</a:t>
            </a:r>
            <a:endParaRPr sz="2800" b="1">
              <a:solidFill>
                <a:srgbClr val="103B4A"/>
              </a:solidFill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63EDD53C-C0A7-4FA1-9A0B-6AB63BDA0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40957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23F4C"/>
                </a:solidFill>
              </a:defRPr>
            </a:pPr>
            <a:r>
              <a:rPr sz="1125" b="0">
                <a:solidFill>
                  <a:srgbClr val="123F4C"/>
                </a:solidFill>
              </a:rPr>
              <a:t>Use the site list when the map is unavailable.</a:t>
            </a:r>
            <a:endParaRPr sz="2000" b="0">
              <a:solidFill>
                <a:srgbClr val="193642"/>
              </a:solidFill>
            </a:endParaRP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D3F093B4-9448-42F8-ADB6-8237C169B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5416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Map boundary</a:t>
            </a:r>
            <a:endParaRPr sz="1000" b="1">
              <a:solidFill>
                <a:srgbClr val="147D85"/>
              </a:solidFill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4AB510C0-E1C0-49A9-A08E-F2D4F52D3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4191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23F4C"/>
                </a:solidFill>
              </a:defRPr>
            </a:pPr>
            <a:r>
              <a:rPr sz="1125" b="1">
                <a:solidFill>
                  <a:srgbClr val="123F4C"/>
                </a:solidFill>
              </a:rPr>
              <a:t>Sensitive species locations are grouped or softened.</a:t>
            </a:r>
            <a:endParaRPr sz="1800" b="1">
              <a:solidFill>
                <a:srgbClr val="103B4A"/>
              </a:solidFill>
            </a:endParaRPr>
          </a:p>
        </p:txBody>
      </p:sp>
      <p:sp>
        <p:nvSpPr>
          <p:cNvPr id="13" name="圆角矩形 12">
            <a:extLst xmlns:a="http://schemas.openxmlformats.org/drawingml/2006/main">
              <a:ext uri="{FF2B5EF4-FFF2-40B4-BE49-F238E27FC236}">
                <a16:creationId xmlns:a16="http://schemas.microsoft.com/office/drawing/2014/main" id="{4A4FF353-2CB6-4652-97F2-32C2CA5A9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943100"/>
            <a:ext cx="2762250" cy="300990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123F4C"/>
                </a:solidFill>
              </a:defRPr>
            </a:pPr>
            <a:r>
              <a:rPr sz="1200">
                <a:solidFill>
                  <a:srgbClr val="123F4C"/>
                </a:solidFill>
              </a:rPr>
              <a:t>Approximate region</a:t>
            </a:r>
          </a:p>
          <a:p xmlns:a="http://schemas.openxmlformats.org/drawingml/2006/main">
            <a:pPr algn="l">
              <a:buNone/>
              <a:defRPr sz="1200">
                <a:solidFill>
                  <a:srgbClr val="123F4C"/>
                </a:solidFill>
              </a:defRPr>
            </a:pPr>
            <a:r>
              <a:rPr sz="1200">
                <a:solidFill>
                  <a:srgbClr val="123F4C"/>
                </a:solidFill>
              </a:rPr>
              <a:t>not to scale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BB9DADBC-6A05-477C-A036-68B9B623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152650"/>
            <a:ext cx="2305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4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Site area</a:t>
            </a:r>
            <a:endParaRPr sz="1000" b="1">
              <a:solidFill>
                <a:srgbClr val="147D85"/>
              </a:solidFill>
            </a:endParaRP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57422410-4B5B-40F2-8310-CB6800C0B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466975"/>
            <a:ext cx="2305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One coarse pin</a:t>
            </a:r>
            <a:endParaRPr sz="2200" b="1">
              <a:solidFill>
                <a:srgbClr val="103B4A"/>
              </a:solidFill>
            </a:endParaRP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0514E576-94B9-4C30-B576-B105628A8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095625"/>
            <a:ext cx="230505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23F4C"/>
                </a:solidFill>
              </a:defRPr>
            </a:pPr>
            <a:r>
              <a:rPr sz="1125" b="0">
                <a:solidFill>
                  <a:srgbClr val="123F4C"/>
                </a:solidFill>
              </a:rPr>
              <a:t>Use the accessible list for the same information.</a:t>
            </a:r>
            <a:endParaRPr sz="1700" b="0">
              <a:solidFill>
                <a:srgbClr val="193642"/>
              </a:solidFill>
            </a:endParaRPr>
          </a:p>
        </p:txBody>
      </p:sp>
      <p:sp>
        <p:nvSpPr>
          <p:cNvPr id="17" name="圆角矩形 16">
            <a:extLst xmlns:a="http://schemas.openxmlformats.org/drawingml/2006/main">
              <a:ext uri="{FF2B5EF4-FFF2-40B4-BE49-F238E27FC236}">
                <a16:creationId xmlns:a16="http://schemas.microsoft.com/office/drawing/2014/main" id="{A6032596-7115-45C0-BB7D-F67B97C9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943100"/>
            <a:ext cx="2762250" cy="300990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42C051B-6901-469C-8CC5-677BACF5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52650"/>
            <a:ext cx="2305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4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Safety note</a:t>
            </a:r>
            <a:endParaRPr sz="1000" b="1">
              <a:solidFill>
                <a:srgbClr val="147D85"/>
              </a:solidFill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E470030C-B84D-4C59-8653-24F53AF0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66975"/>
            <a:ext cx="2305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No exact hotspot</a:t>
            </a:r>
            <a:endParaRPr sz="2200" b="1">
              <a:solidFill>
                <a:srgbClr val="103B4A"/>
              </a:solidFill>
            </a:endParaRP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3AF94C1-0D3B-4232-8BD6-9CDE6FDFA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95625"/>
            <a:ext cx="230505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00" b="0">
                <a:solidFill>
                  <a:srgbClr val="193642"/>
                </a:solidFill>
              </a:defRPr>
            </a:pPr>
            <a:r>
              <a:rPr sz="1700" b="0">
                <a:solidFill>
                  <a:srgbClr val="193642"/>
                </a:solidFill>
              </a:rPr>
              <a:t>Pins are deliberately coarse. A text list remains available when the map cannot load.</a:t>
            </a:r>
            <a:endParaRPr sz="1700" b="0">
              <a:solidFill>
                <a:srgbClr val="193642"/>
              </a:solidFill>
            </a:endParaRPr>
          </a:p>
        </p:txBody>
      </p:sp>
      <p:sp>
        <p:nvSpPr>
          <p:cNvPr id="21" name="圆角矩形 20">
            <a:extLst xmlns:a="http://schemas.openxmlformats.org/drawingml/2006/main">
              <a:ext uri="{FF2B5EF4-FFF2-40B4-BE49-F238E27FC236}">
                <a16:creationId xmlns:a16="http://schemas.microsoft.com/office/drawing/2014/main" id="{80EA4249-AECA-40CF-88DB-ECFB588E6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219700"/>
            <a:ext cx="58102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3B4A"/>
          </a:solidFill>
          <a:ln xmlns:a="http://schemas.openxmlformats.org/drawingml/2006/main" w="11430">
            <a:solidFill>
              <a:srgbClr val="103B4A"/>
            </a:solidFill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>
                <a:solidFill>
                  <a:srgbClr val="123F4C"/>
                </a:solidFill>
              </a:defRPr>
            </a:pPr>
            <a:r>
              <a:rPr sz="1125">
                <a:solidFill>
                  <a:srgbClr val="123F4C"/>
                </a:solidFill>
              </a:rPr>
              <a:t>Map = context, not proof or enforcement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19E72F22-7DCD-47DC-ABAF-C79C7BF4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353050"/>
            <a:ext cx="535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4FBFA"/>
                </a:solidFill>
              </a:defRPr>
            </a:pPr>
            <a:r>
              <a:rPr sz="900" b="1">
                <a:solidFill>
                  <a:srgbClr val="F4FBFA"/>
                </a:solidFill>
              </a:rPr>
              <a:t>Map = context, not proof or enforcement</a:t>
            </a:r>
            <a:endParaRPr sz="1600" b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254437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A3FD5EB-CAC0-403B-B3DE-6ED4178F2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BRIEFING</a:t>
            </a:r>
            <a:endParaRPr sz="1100" b="1">
              <a:solidFill>
                <a:srgbClr val="147D85"/>
              </a:solidFill>
            </a:endParaRPr>
          </a:p>
        </p:txBody>
      </p:sp>
      <p:sp>
        <p:nvSpPr>
          <p:cNvPr id="2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23125FAD-EF26-4BF1-95DF-A94AD26DF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03B4A"/>
                </a:solidFill>
              </a:defRPr>
            </a:pPr>
            <a:r>
              <a:rPr sz="3000" b="1">
                <a:solidFill>
                  <a:srgbClr val="103B4A"/>
                </a:solidFill>
              </a:rPr>
              <a:t>A short briefing brings the essentials into one place</a:t>
            </a:r>
            <a:endParaRPr sz="3000" b="1">
              <a:solidFill>
                <a:srgbClr val="103B4A"/>
              </a:solidFill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82BFBC02-A30F-4551-9ED5-FDCC0878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44D61440-F0AB-4784-ABD7-68234F48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14A3163-A126-4888-8A95-A9F41CEA0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905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TEAM 04 - DIVESAFE MY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FE79E78-6526-4B84-BEA8-3642AB7C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419850"/>
            <a:ext cx="2571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BRIEFING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0294D501-FD18-4D2A-9733-930D5C147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19850"/>
            <a:ext cx="1143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07 / 19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687C9B22-9F9E-4D26-A660-C6F4D9117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01</a:t>
            </a:r>
            <a:endParaRPr sz="3100" b="1">
              <a:solidFill>
                <a:srgbClr val="147D85"/>
              </a:solidFill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7145BB09-DEE9-4FB3-BEB5-AB3278608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2762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Buddy and operator</a:t>
            </a:r>
            <a:endParaRPr sz="2200" b="1">
              <a:solidFill>
                <a:srgbClr val="103B4A"/>
              </a:solidFill>
            </a:endParaRPr>
          </a:p>
        </p:txBody>
      </p:sp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613DBF9E-0B32-48FF-A17B-3F786B8E5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743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D4D3"/>
            </a:solidFill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09DF8438-A43E-4F06-8BEF-19E4EEAEA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27813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193642"/>
                </a:solidFill>
              </a:defRPr>
            </a:pPr>
            <a:r>
              <a:rPr sz="1800" b="0">
                <a:solidFill>
                  <a:srgbClr val="193642"/>
                </a:solidFill>
              </a:rPr>
              <a:t>The checklist prompts a diver to confirm buddy, equipment and local conditions with the operator.</a:t>
            </a:r>
            <a:endParaRPr sz="1800" b="0">
              <a:solidFill>
                <a:srgbClr val="193642"/>
              </a:solidFill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4038308E-1052-4570-A7B0-1C9D592F8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0383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02</a:t>
            </a:r>
            <a:endParaRPr sz="3100" b="1">
              <a:solidFill>
                <a:srgbClr val="147D85"/>
              </a:solidFill>
            </a:endParaRP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B86827C6-49C8-45F3-894C-F3FE94E9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686050"/>
            <a:ext cx="2762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Gear and conditions</a:t>
            </a:r>
            <a:endParaRPr sz="2200" b="1">
              <a:solidFill>
                <a:srgbClr val="103B4A"/>
              </a:solidFill>
            </a:endParaRPr>
          </a:p>
        </p:txBody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5FF3D96A-5593-4224-8DD3-15D998BDE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219450"/>
            <a:ext cx="2743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D4D3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DD3B375A-1674-43D9-8C68-FE2A7F14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524250"/>
            <a:ext cx="27813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23F4C"/>
                </a:solidFill>
              </a:defRPr>
            </a:pPr>
            <a:r>
              <a:rPr sz="1125" b="0">
                <a:solidFill>
                  <a:srgbClr val="123F4C"/>
                </a:solidFill>
              </a:rPr>
              <a:t>Confirm the plan locally before entering the water.</a:t>
            </a:r>
            <a:endParaRPr sz="1800" b="0">
              <a:solidFill>
                <a:srgbClr val="193642"/>
              </a:solidFill>
            </a:endParaRP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321112B2-F7F0-42A4-A853-6F91B1AA7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383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03</a:t>
            </a:r>
            <a:endParaRPr sz="3100" b="1">
              <a:solidFill>
                <a:srgbClr val="147D85"/>
              </a:solidFill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DE68C347-598B-43F9-B0F7-879834EC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86050"/>
            <a:ext cx="2762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Respect reef life</a:t>
            </a:r>
            <a:endParaRPr sz="2200" b="1">
              <a:solidFill>
                <a:srgbClr val="103B4A"/>
              </a:solidFill>
            </a:endParaRPr>
          </a:p>
        </p:txBody>
      </p:sp>
      <p:sp>
        <p:nvSpPr>
          <p:cNvPr id="18" name="直接连接符 17">
            <a:extLst xmlns:a="http://schemas.openxmlformats.org/drawingml/2006/main">
              <a:ext uri="{FF2B5EF4-FFF2-40B4-BE49-F238E27FC236}">
                <a16:creationId xmlns:a16="http://schemas.microsoft.com/office/drawing/2014/main" id="{DA281C81-1558-4CDD-BD93-39136BF94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219450"/>
            <a:ext cx="2743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D4D3"/>
            </a:solidFill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E1C03C1A-FBD6-413E-8625-03779B51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524250"/>
            <a:ext cx="27813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23F4C"/>
                </a:solidFill>
              </a:defRPr>
            </a:pPr>
            <a:r>
              <a:rPr sz="1125" b="0">
                <a:solidFill>
                  <a:srgbClr val="123F4C"/>
                </a:solidFill>
              </a:rPr>
              <a:t>Observe without touching, feeding or chasing.</a:t>
            </a:r>
            <a:endParaRPr sz="1800" b="0">
              <a:solidFill>
                <a:srgbClr val="193642"/>
              </a:solidFill>
            </a:endParaRPr>
          </a:p>
        </p:txBody>
      </p:sp>
      <p:sp>
        <p:nvSpPr>
          <p:cNvPr id="20" name="圆角矩形 19">
            <a:extLst xmlns:a="http://schemas.openxmlformats.org/drawingml/2006/main">
              <a:ext uri="{FF2B5EF4-FFF2-40B4-BE49-F238E27FC236}">
                <a16:creationId xmlns:a16="http://schemas.microsoft.com/office/drawing/2014/main" id="{24C1B475-A218-412E-89CB-0097CC561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105400"/>
            <a:ext cx="87630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A9DDD8"/>
            </a:solidFill>
            <a:prstDash val="solid"/>
          </a:ln>
        </p:spPr>
        <p:txBody>
          <a:bodyPr xmlns:a="http://schemas.openxmlformats.org/drawingml/2006/main" wrap="square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123F4C"/>
                </a:solidFill>
              </a:defRPr>
            </a:pPr>
            <a:r>
              <a:rPr sz="1050">
                <a:solidFill>
                  <a:srgbClr val="123F4C"/>
                </a:solidFill>
              </a:rPr>
              <a:t/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A8502C76-521D-4ACA-89DE-7D6D467B2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67325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23F4C"/>
                </a:solidFill>
              </a:defRPr>
            </a:pPr>
            <a:r>
              <a:rPr sz="900" b="1">
                <a:solidFill>
                  <a:srgbClr val="123F4C"/>
                </a:solidFill>
              </a:rPr>
              <a:t>Read, discuss, then make your own safe decision.</a:t>
            </a:r>
            <a:endParaRPr sz="2000" b="1">
              <a:solidFill>
                <a:srgbClr val="103B4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513544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9F8AA3E2-BAD0-45AF-8CD2-1D068512F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RECOGNITION ADAPTER</a:t>
            </a:r>
            <a:endParaRPr sz="1100" b="1">
              <a:solidFill>
                <a:srgbClr val="147D85"/>
              </a:solidFill>
            </a:endParaRP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4C780437-0495-4CC5-A994-98FA58517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03B4A"/>
                </a:solidFill>
              </a:defRPr>
            </a:pPr>
            <a:r>
              <a:rPr sz="3000" b="1">
                <a:solidFill>
                  <a:srgbClr val="103B4A"/>
                </a:solidFill>
              </a:rPr>
              <a:t>Recognition is a planned adapter, not a completed feature</a:t>
            </a:r>
            <a:endParaRPr sz="3000" b="1">
              <a:solidFill>
                <a:srgbClr val="103B4A"/>
              </a:solidFill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9105990C-4E39-442C-AB4C-F462113B8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69167D01-24FF-466A-9FDD-6354E6285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C47D2FD5-D17E-4D3F-BA6D-64DCD8C6A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905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TEAM 04 - DIVESAFE MY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85CC657-C541-4770-B9B2-245185EB5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419850"/>
            <a:ext cx="2571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RECOGNITION ADAPTER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F9998C3-E885-4B8F-8FF5-AADAF612D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19850"/>
            <a:ext cx="1143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08 / 19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92B1FE85-3CCD-4B1E-B98B-17730B8CA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147D85"/>
                </a:solidFill>
              </a:defRPr>
            </a:pPr>
            <a:endParaRPr sz="1100" b="1">
              <a:solidFill>
                <a:srgbClr val="147D85"/>
              </a:solidFill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ED98E429-365B-44CE-81CB-F12E25A5C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00" b="1">
                <a:solidFill>
                  <a:srgbClr val="103B4A"/>
                </a:solidFill>
              </a:defRPr>
            </a:pPr>
            <a:endParaRPr sz="2800" b="1">
              <a:solidFill>
                <a:srgbClr val="103B4A"/>
              </a:solidFill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5A81BC5-E3F0-4EF4-85C2-A322A6D7D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3905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00" b="0">
                <a:solidFill>
                  <a:srgbClr val="193642"/>
                </a:solidFill>
              </a:defRPr>
            </a:pPr>
            <a:r>
              <a:rPr sz="2000" b="0">
                <a:solidFill>
                  <a:srgbClr val="193642"/>
                </a:solidFill>
              </a:rPr>
              <a:t>No image upload, live model call or automatic species result is included in this prototype.</a:t>
            </a:r>
            <a:endParaRPr sz="2000" b="0">
              <a:solidFill>
                <a:srgbClr val="193642"/>
              </a:solidFill>
            </a:endParaRPr>
          </a:p>
        </p:txBody>
      </p:sp>
      <p:sp>
        <p:nvSpPr>
          <p:cNvPr id="11" name="圆角矩形 10">
            <a:extLst xmlns:a="http://schemas.openxmlformats.org/drawingml/2006/main">
              <a:ext uri="{FF2B5EF4-FFF2-40B4-BE49-F238E27FC236}">
                <a16:creationId xmlns:a16="http://schemas.microsoft.com/office/drawing/2014/main" id="{7B72103B-3B44-403B-BBD7-1A733DBD1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38862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A9DDD8"/>
            </a:solidFill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123F4C"/>
                </a:solidFill>
              </a:defRPr>
            </a:pPr>
            <a:r>
              <a:rPr sz="1200">
                <a:solidFill>
                  <a:srgbClr val="123F4C"/>
                </a:solidFill>
              </a:rPr>
              <a:t>Demo fallback only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6F8BEB18-FEA9-45D7-8D3B-910E3459A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910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No image upload or live model call</a:t>
            </a:r>
            <a:endParaRPr sz="1800" b="1">
              <a:solidFill>
                <a:srgbClr val="103B4A"/>
              </a:solidFill>
            </a:endParaRP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6CA046A-79A2-4EA3-B8B3-056AC11F4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91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User confirmation is required</a:t>
            </a:r>
            <a:endParaRPr sz="1600" b="1">
              <a:solidFill>
                <a:srgbClr val="147D85"/>
              </a:solidFill>
            </a:endParaRP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D2BB7220-D9EB-4A8E-9EA1-D0AB360C2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885950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147D85"/>
                </a:solidFill>
              </a:defRPr>
            </a:pPr>
            <a:endParaRPr sz="1100" b="1">
              <a:solidFill>
                <a:srgbClr val="147D85"/>
              </a:solidFill>
            </a:endParaRP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80596BE-D641-4ED0-8B57-D0AF82E94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24100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00" b="1">
                <a:solidFill>
                  <a:srgbClr val="147D85"/>
                </a:solidFill>
              </a:defRPr>
            </a:pPr>
            <a:endParaRPr sz="1700" b="1">
              <a:solidFill>
                <a:srgbClr val="147D85"/>
              </a:solidFill>
            </a:endParaRP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ADA99971-F2F5-45C5-8AEE-2DB2617AA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295525"/>
            <a:ext cx="5219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Adapter</a:t>
            </a:r>
            <a:endParaRPr sz="1800" b="1">
              <a:solidFill>
                <a:srgbClr val="193642"/>
              </a:solidFill>
            </a:endParaRPr>
          </a:p>
        </p:txBody>
      </p:sp>
      <p:sp>
        <p:nvSpPr>
          <p:cNvPr id="17" name="直接连接符 16">
            <a:extLst xmlns:a="http://schemas.openxmlformats.org/drawingml/2006/main">
              <a:ext uri="{FF2B5EF4-FFF2-40B4-BE49-F238E27FC236}">
                <a16:creationId xmlns:a16="http://schemas.microsoft.com/office/drawing/2014/main" id="{A3F9EA3E-8107-4645-857C-B908B6CBB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752725"/>
            <a:ext cx="5219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8FC3B4D0-C708-45C6-8063-4D55E552E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952750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00" b="1">
                <a:solidFill>
                  <a:srgbClr val="147D85"/>
                </a:solidFill>
              </a:defRPr>
            </a:pPr>
            <a:endParaRPr sz="1700" b="1">
              <a:solidFill>
                <a:srgbClr val="147D85"/>
              </a:solidFill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0CBF42F7-38C7-4584-8330-B11FB28CA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24175"/>
            <a:ext cx="5219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Optional private service</a:t>
            </a:r>
            <a:endParaRPr sz="1800" b="1">
              <a:solidFill>
                <a:srgbClr val="193642"/>
              </a:solidFill>
            </a:endParaRPr>
          </a:p>
        </p:txBody>
      </p:sp>
      <p:sp>
        <p:nvSpPr>
          <p:cNvPr id="20" name="直接连接符 19">
            <a:extLst xmlns:a="http://schemas.openxmlformats.org/drawingml/2006/main">
              <a:ext uri="{FF2B5EF4-FFF2-40B4-BE49-F238E27FC236}">
                <a16:creationId xmlns:a16="http://schemas.microsoft.com/office/drawing/2014/main" id="{7B2869EE-8F36-411B-9286-EBBDE0DAA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381375"/>
            <a:ext cx="5219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F208A170-142B-46A1-8FC0-F9432C876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581400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23F4C"/>
                </a:solidFill>
              </a:defRPr>
            </a:pPr>
            <a:r>
              <a:rPr sz="900" b="1">
                <a:solidFill>
                  <a:srgbClr val="123F4C"/>
                </a:solidFill>
              </a:rPr>
              <a:t>2</a:t>
            </a:r>
            <a:endParaRPr sz="1700" b="1">
              <a:solidFill>
                <a:srgbClr val="147D85"/>
              </a:solidFill>
            </a:endParaRP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16AE03E6-8C64-4E56-8948-C5ACF77F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552825"/>
            <a:ext cx="5219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23F4C"/>
                </a:solidFill>
              </a:defRPr>
            </a:pPr>
            <a:r>
              <a:rPr sz="1200" b="0">
                <a:solidFill>
                  <a:srgbClr val="123F4C"/>
                </a:solidFill>
              </a:rPr>
              <a:t>Clear demo suggestion</a:t>
            </a:r>
            <a:endParaRPr sz="1800" b="0">
              <a:solidFill>
                <a:srgbClr val="193642"/>
              </a:solidFill>
            </a:endParaRPr>
          </a:p>
        </p:txBody>
      </p:sp>
      <p:sp>
        <p:nvSpPr>
          <p:cNvPr id="23" name="直接连接符 22">
            <a:extLst xmlns:a="http://schemas.openxmlformats.org/drawingml/2006/main">
              <a:ext uri="{FF2B5EF4-FFF2-40B4-BE49-F238E27FC236}">
                <a16:creationId xmlns:a16="http://schemas.microsoft.com/office/drawing/2014/main" id="{885F847D-8C9B-48DB-B9B0-5EF8C7C94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010025"/>
            <a:ext cx="5219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CD142332-C52C-4DEA-A212-0F94E7F7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210050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00" b="1">
                <a:solidFill>
                  <a:srgbClr val="147D85"/>
                </a:solidFill>
              </a:defRPr>
            </a:pPr>
            <a:endParaRPr sz="1700" b="1">
              <a:solidFill>
                <a:srgbClr val="147D85"/>
              </a:solidFill>
            </a:endParaRP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DA5258F8-513C-4614-928C-199C1638A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181475"/>
            <a:ext cx="5219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23F4C"/>
                </a:solidFill>
              </a:defRPr>
            </a:pPr>
            <a:r>
              <a:rPr sz="1200" b="0">
                <a:solidFill>
                  <a:srgbClr val="123F4C"/>
                </a:solidFill>
              </a:rPr>
              <a:t>Needs confirmation</a:t>
            </a:r>
            <a:endParaRPr sz="1800" b="0">
              <a:solidFill>
                <a:srgbClr val="193642"/>
              </a:solidFill>
            </a:endParaRPr>
          </a:p>
        </p:txBody>
      </p:sp>
      <p:sp>
        <p:nvSpPr>
          <p:cNvPr id="26" name="直接连接符 25">
            <a:extLst xmlns:a="http://schemas.openxmlformats.org/drawingml/2006/main">
              <a:ext uri="{FF2B5EF4-FFF2-40B4-BE49-F238E27FC236}">
                <a16:creationId xmlns:a16="http://schemas.microsoft.com/office/drawing/2014/main" id="{C390CE03-C17E-43E6-915D-09ED1D67B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638675"/>
            <a:ext cx="5219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599A335A-AE14-46E6-956C-A5FC5E8DE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838700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00" b="1">
                <a:solidFill>
                  <a:srgbClr val="147D85"/>
                </a:solidFill>
              </a:defRPr>
            </a:pPr>
            <a:endParaRPr sz="1700" b="1">
              <a:solidFill>
                <a:srgbClr val="147D85"/>
              </a:solidFill>
            </a:endParaRP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357E3F49-961F-4094-A196-99EA75A13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810125"/>
            <a:ext cx="5219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23F4C"/>
                </a:solidFill>
              </a:defRPr>
            </a:pPr>
            <a:r>
              <a:rPr sz="1200" b="0">
                <a:solidFill>
                  <a:srgbClr val="123F4C"/>
                </a:solidFill>
              </a:rPr>
              <a:t>Never final by itself</a:t>
            </a:r>
            <a:endParaRPr sz="1800" b="0">
              <a:solidFill>
                <a:srgbClr val="193642"/>
              </a:solidFill>
            </a:endParaRPr>
          </a:p>
        </p:txBody>
      </p:sp>
      <p:sp>
        <p:nvSpPr>
          <p:cNvPr id="29" name="直接连接符 28">
            <a:extLst xmlns:a="http://schemas.openxmlformats.org/drawingml/2006/main">
              <a:ext uri="{FF2B5EF4-FFF2-40B4-BE49-F238E27FC236}">
                <a16:creationId xmlns:a16="http://schemas.microsoft.com/office/drawing/2014/main" id="{9380B95C-5EEE-424C-AE6F-CC9CDD18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5267325"/>
            <a:ext cx="5219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8056702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739BC45F-F0BA-4C72-89A0-84DA2ECA8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CONFIRMATION</a:t>
            </a:r>
            <a:endParaRPr sz="1100" b="1">
              <a:solidFill>
                <a:srgbClr val="147D85"/>
              </a:solidFill>
            </a:endParaRPr>
          </a:p>
        </p:txBody>
      </p:sp>
      <p:sp>
        <p:nvSpPr>
          <p:cNvPr id="2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3F916E60-AD39-41EC-A4AB-A5C97540D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03B4A"/>
                </a:solidFill>
              </a:defRPr>
            </a:pPr>
            <a:r>
              <a:rPr sz="3000" b="1">
                <a:solidFill>
                  <a:srgbClr val="103B4A"/>
                </a:solidFill>
              </a:rPr>
              <a:t>Confirmation keeps the diver in control of each record</a:t>
            </a:r>
            <a:endParaRPr sz="3000" b="1">
              <a:solidFill>
                <a:srgbClr val="103B4A"/>
              </a:solidFill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102300BF-1DA7-444A-B752-35C68727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2C48FBF0-3AFC-4BA4-BA5D-3726C0887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5060A6B-2FA7-4916-BBE8-4510A875A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905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TEAM 04 - DIVESAFE MY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1D3BF0A9-0114-4EFB-98BC-668B5750F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419850"/>
            <a:ext cx="2571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CONFIRMATION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7C262E1-BB8E-42F7-A8BF-9FD10CDAE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19850"/>
            <a:ext cx="1143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09 / 19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BC4D1AAC-0A65-47BC-A09E-8E18820B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147D85"/>
                </a:solidFill>
              </a:defRPr>
            </a:pPr>
            <a:endParaRPr sz="1100" b="1">
              <a:solidFill>
                <a:srgbClr val="147D85"/>
              </a:solidFill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F73B6233-37C5-421A-95B3-A580555C0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03B4A"/>
                </a:solidFill>
              </a:defRPr>
            </a:pPr>
            <a:endParaRPr sz="2700" b="1">
              <a:solidFill>
                <a:srgbClr val="103B4A"/>
              </a:solidFill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30FEE470-F8B4-4F40-9C84-96BDDA41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114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193642"/>
                </a:solidFill>
              </a:defRPr>
            </a:pPr>
            <a:r>
              <a:rPr sz="1800" b="0">
                <a:solidFill>
                  <a:srgbClr val="193642"/>
                </a:solidFill>
              </a:rPr>
              <a:t>A diver can review and edit the selected site, species and note before choosing to save.</a:t>
            </a:r>
            <a:endParaRPr sz="1800" b="0">
              <a:solidFill>
                <a:srgbClr val="193642"/>
              </a:solidFill>
            </a:endParaRP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2801641B-6696-4B95-8F9A-56B14DF5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00" b="1">
                <a:solidFill>
                  <a:srgbClr val="103B4A"/>
                </a:solidFill>
              </a:defRPr>
            </a:pPr>
            <a:endParaRPr sz="2200" b="1">
              <a:solidFill>
                <a:srgbClr val="103B4A"/>
              </a:solidFill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C3F12B79-5BC4-44C3-86CD-D31D24D5F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4114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193642"/>
                </a:solidFill>
              </a:defRPr>
            </a:pPr>
            <a:endParaRPr sz="1800" b="0">
              <a:solidFill>
                <a:srgbClr val="193642"/>
              </a:solidFill>
            </a:endParaRP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EC34BAC1-7500-4A28-85A2-4C961BE7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415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00" b="1">
                <a:solidFill>
                  <a:srgbClr val="147D85"/>
                </a:solidFill>
              </a:defRPr>
            </a:pPr>
            <a:endParaRPr sz="1600" b="1">
              <a:solidFill>
                <a:srgbClr val="147D85"/>
              </a:solidFill>
            </a:endParaRP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5E3C3A6-DE10-4CFD-BC57-43B591B7C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8478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147D85"/>
                </a:solidFill>
              </a:defRPr>
            </a:pPr>
            <a:endParaRPr sz="1100" b="1">
              <a:solidFill>
                <a:srgbClr val="147D85"/>
              </a:solidFill>
            </a:endParaRPr>
          </a:p>
        </p:txBody>
      </p:sp>
      <p:sp>
        <p:nvSpPr>
          <p:cNvPr id="15" name="圆角矩形 14">
            <a:extLst xmlns:a="http://schemas.openxmlformats.org/drawingml/2006/main">
              <a:ext uri="{FF2B5EF4-FFF2-40B4-BE49-F238E27FC236}">
                <a16:creationId xmlns:a16="http://schemas.microsoft.com/office/drawing/2014/main" id="{0C29825A-EE74-4B17-A79B-F7F5916D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343150"/>
            <a:ext cx="4476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A9DDD8"/>
            </a:solidFill>
            <a:prstDash val="solid"/>
          </a:ln>
        </p:spPr>
        <p:txBody>
          <a:bodyPr xmlns:a="http://schemas.openxmlformats.org/drawingml/2006/main" wrap="square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123F4C"/>
                </a:solidFill>
              </a:defRPr>
            </a:pPr>
            <a:r>
              <a:rPr sz="1200">
                <a:solidFill>
                  <a:srgbClr val="123F4C"/>
                </a:solidFill>
              </a:rPr>
              <a:t/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14D17F90-EB64-4D2E-8B89-8E504704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51460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147D85"/>
                </a:solidFill>
              </a:defRPr>
            </a:pPr>
            <a:endParaRPr sz="1100" b="1">
              <a:solidFill>
                <a:srgbClr val="147D85"/>
              </a:solidFill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113BFBD1-1901-43F2-AFEC-51A4575BA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41935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Check site, species and note</a:t>
            </a:r>
            <a:endParaRPr sz="1700" b="1">
              <a:solidFill>
                <a:srgbClr val="103B4A"/>
              </a:solidFill>
            </a:endParaRPr>
          </a:p>
        </p:txBody>
      </p:sp>
      <p:sp>
        <p:nvSpPr>
          <p:cNvPr id="18" name="直接连接符 17">
            <a:extLst xmlns:a="http://schemas.openxmlformats.org/drawingml/2006/main">
              <a:ext uri="{FF2B5EF4-FFF2-40B4-BE49-F238E27FC236}">
                <a16:creationId xmlns:a16="http://schemas.microsoft.com/office/drawing/2014/main" id="{0BB5FF16-E0D2-43AC-9B9F-24BFEADB0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09900"/>
            <a:ext cx="95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7D85"/>
            </a:solidFill>
            <a:prstDash val="solid"/>
          </a:ln>
        </p:spPr>
      </p:sp>
      <p:sp>
        <p:nvSpPr>
          <p:cNvPr id="19" name="圆角矩形 18">
            <a:extLst xmlns:a="http://schemas.openxmlformats.org/drawingml/2006/main">
              <a:ext uri="{FF2B5EF4-FFF2-40B4-BE49-F238E27FC236}">
                <a16:creationId xmlns:a16="http://schemas.microsoft.com/office/drawing/2014/main" id="{8FDF440E-3CE7-419F-95EE-C96008157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352800"/>
            <a:ext cx="4476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  <p:txBody>
          <a:bodyPr xmlns:a="http://schemas.openxmlformats.org/drawingml/2006/main" wrap="square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123F4C"/>
                </a:solidFill>
              </a:defRPr>
            </a:pPr>
            <a:r>
              <a:rPr sz="1200">
                <a:solidFill>
                  <a:srgbClr val="123F4C"/>
                </a:solidFill>
              </a:rPr>
              <a:t/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B79DD930-F2AC-4064-953A-80E6747C4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52425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147D85"/>
                </a:solidFill>
              </a:defRPr>
            </a:pPr>
            <a:endParaRPr sz="1100" b="1">
              <a:solidFill>
                <a:srgbClr val="147D85"/>
              </a:solidFill>
            </a:endParaRP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886EA637-CEC4-4FCF-9F4B-542D6C844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4290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Change any field</a:t>
            </a:r>
            <a:endParaRPr sz="1700" b="1">
              <a:solidFill>
                <a:srgbClr val="103B4A"/>
              </a:solidFill>
            </a:endParaRPr>
          </a:p>
        </p:txBody>
      </p:sp>
      <p:sp>
        <p:nvSpPr>
          <p:cNvPr id="22" name="直接连接符 21">
            <a:extLst xmlns:a="http://schemas.openxmlformats.org/drawingml/2006/main">
              <a:ext uri="{FF2B5EF4-FFF2-40B4-BE49-F238E27FC236}">
                <a16:creationId xmlns:a16="http://schemas.microsoft.com/office/drawing/2014/main" id="{B6B61782-A707-4669-95BA-1AF45E409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19550"/>
            <a:ext cx="95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7D85"/>
            </a:solidFill>
            <a:prstDash val="solid"/>
          </a:ln>
        </p:spPr>
      </p:sp>
      <p:sp>
        <p:nvSpPr>
          <p:cNvPr id="23" name="圆角矩形 22">
            <a:extLst xmlns:a="http://schemas.openxmlformats.org/drawingml/2006/main">
              <a:ext uri="{FF2B5EF4-FFF2-40B4-BE49-F238E27FC236}">
                <a16:creationId xmlns:a16="http://schemas.microsoft.com/office/drawing/2014/main" id="{246D3FCD-46DB-46BD-97D8-29C45EC38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267200"/>
            <a:ext cx="44767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103B4A"/>
          </a:solidFill>
          <a:ln xmlns:a="http://schemas.openxmlformats.org/drawingml/2006/main" w="11430">
            <a:solidFill>
              <a:srgbClr val="103B4A"/>
            </a:solidFill>
            <a:prstDash val="solid"/>
          </a:ln>
        </p:spPr>
        <p:txBody>
          <a:bodyPr xmlns:a="http://schemas.openxmlformats.org/drawingml/2006/main" wrap="square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123F4C"/>
                </a:solidFill>
              </a:defRPr>
            </a:pPr>
            <a:r>
              <a:rPr sz="1200">
                <a:solidFill>
                  <a:srgbClr val="123F4C"/>
                </a:solidFill>
              </a:rPr>
              <a:t/>
            </a: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BA7E87C5-1A52-4A15-BAC9-AACCA8D5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4386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A9DDD8"/>
                </a:solidFill>
              </a:defRPr>
            </a:pPr>
            <a:endParaRPr sz="1100" b="1">
              <a:solidFill>
                <a:srgbClr val="A9DDD8"/>
              </a:solidFill>
            </a:endParaRP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E014A10-2B74-4294-AF34-6282795C1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762500"/>
            <a:ext cx="3924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4FBFA"/>
                </a:solidFill>
              </a:defRPr>
            </a:pPr>
            <a:r>
              <a:rPr sz="975" b="1">
                <a:solidFill>
                  <a:srgbClr val="F4FBFA"/>
                </a:solidFill>
              </a:rPr>
              <a:t>Only a confirmed choice can be saved.</a:t>
            </a:r>
            <a:endParaRPr sz="1500" b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412447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1E8D87B3-3A90-41EB-9680-836AAA97A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SIGHTING</a:t>
            </a:r>
            <a:endParaRPr sz="1100" b="1">
              <a:solidFill>
                <a:srgbClr val="147D85"/>
              </a:solidFill>
            </a:endParaRPr>
          </a:p>
        </p:txBody>
      </p:sp>
      <p:sp>
        <p:nvSpPr>
          <p:cNvPr id="2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3AE1A90E-BABE-4E01-8B6D-F4F56B48E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03B4A"/>
                </a:solidFill>
              </a:defRPr>
            </a:pPr>
            <a:r>
              <a:rPr sz="3000" b="1">
                <a:solidFill>
                  <a:srgbClr val="103B4A"/>
                </a:solidFill>
              </a:rPr>
              <a:t>A simple form captures a learner sighting</a:t>
            </a:r>
            <a:endParaRPr sz="3000" b="1">
              <a:solidFill>
                <a:srgbClr val="103B4A"/>
              </a:solidFill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E38D9CCA-17FD-4B17-A4E4-B159D8DC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0196CB87-C991-4637-AA8C-D89DA1235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62214F72-7E18-4C9A-AC5C-06DF4FF96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905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TEAM 04 - DIVESAFE MY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B7D5116C-85B4-47CD-9CD4-F9F444C32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419850"/>
            <a:ext cx="2571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SIGHTING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B884E48D-568C-4D4F-9859-8DDD499A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19850"/>
            <a:ext cx="1143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10 / 19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FCB3C1F6-216B-4C92-BC38-41FDC6452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5905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3B4A"/>
          </a:solidFill>
          <a:ln xmlns:a="http://schemas.openxmlformats.org/drawingml/2006/main" w="11430">
            <a:solidFill>
              <a:srgbClr val="103B4A"/>
            </a:solidFill>
            <a:prstDash val="solid"/>
          </a:ln>
        </p:spPr>
        <p:txBody>
          <a:bodyPr xmlns:a="http://schemas.openxmlformats.org/drawingml/2006/main" wrap="square" anchor="ctr">
            <a:normAutofit fontScale="6048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123F4C"/>
                </a:solidFill>
              </a:defRPr>
            </a:pPr>
            <a:r>
              <a:rPr sz="1200">
                <a:solidFill>
                  <a:srgbClr val="123F4C"/>
                </a:solidFill>
              </a:rPr>
              <a:t>01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BBED80A5-E3E8-4F93-B108-46B517DBF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90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3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Site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FBF53ED-2943-417F-97B6-294905DE6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914525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Choose from the guide</a:t>
            </a:r>
            <a:endParaRPr sz="1800" b="1">
              <a:solidFill>
                <a:srgbClr val="103B4A"/>
              </a:solidFill>
            </a:endParaRP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0F5B80A4-7319-45E9-BC09-9BAECAE0D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854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Species</a:t>
            </a:r>
            <a:endParaRPr sz="1800" b="1">
              <a:solidFill>
                <a:srgbClr val="103B4A"/>
              </a:solidFill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7BF5AF83-730A-4B84-B06B-7E25858B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342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23F4C"/>
                </a:solidFill>
              </a:defRPr>
            </a:pPr>
            <a:r>
              <a:rPr sz="1200" b="0">
                <a:solidFill>
                  <a:srgbClr val="123F4C"/>
                </a:solidFill>
              </a:rPr>
              <a:t>Select an example, then review it</a:t>
            </a:r>
            <a:endParaRPr sz="1700" b="0">
              <a:solidFill>
                <a:srgbClr val="193642"/>
              </a:solidFill>
            </a:endParaRP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80B5889-14A1-4E3B-852C-3A3EE8F5A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23F4C"/>
                </a:solidFill>
              </a:defRPr>
            </a:pPr>
            <a:r>
              <a:rPr sz="975" b="1">
                <a:solidFill>
                  <a:srgbClr val="123F4C"/>
                </a:solidFill>
              </a:rPr>
              <a:t>A manual site and species choice plus an optional note become a prototype learning record, not verified biodiversity evidence.</a:t>
            </a:r>
            <a:endParaRPr sz="1700" b="1">
              <a:solidFill>
                <a:srgbClr val="147D85"/>
              </a:solidFill>
            </a:endParaRPr>
          </a:p>
        </p:txBody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0BDA8350-DC4C-495D-B6C6-C080DA364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981200"/>
            <a:ext cx="95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15" name="圆角矩形 14">
            <a:extLst xmlns:a="http://schemas.openxmlformats.org/drawingml/2006/main">
              <a:ext uri="{FF2B5EF4-FFF2-40B4-BE49-F238E27FC236}">
                <a16:creationId xmlns:a16="http://schemas.microsoft.com/office/drawing/2014/main" id="{AA788985-5EEF-4FAE-973F-89382FE9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85950"/>
            <a:ext cx="5905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00C78B05-E75B-4408-A04D-77DD53687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43100"/>
            <a:ext cx="590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3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03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C2864F79-370F-44C0-8F2A-0964CF5A2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914525"/>
            <a:ext cx="232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Save after confirmation</a:t>
            </a:r>
            <a:endParaRPr sz="1800" b="1">
              <a:solidFill>
                <a:srgbClr val="103B4A"/>
              </a:solidFill>
            </a:endParaRP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92AF061-C51D-4A75-8179-450AEA18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4003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111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23F4C"/>
                </a:solidFill>
              </a:defRPr>
            </a:pPr>
            <a:r>
              <a:rPr sz="1125" b="1">
                <a:solidFill>
                  <a:srgbClr val="123F4C"/>
                </a:solidFill>
              </a:rPr>
              <a:t>The API stores a small learning record.</a:t>
            </a:r>
            <a:endParaRPr sz="1800" b="1">
              <a:solidFill>
                <a:srgbClr val="103B4A"/>
              </a:solidFill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21CDCE91-B304-4AEB-810F-33B501F10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74320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23F4C"/>
                </a:solidFill>
              </a:defRPr>
            </a:pPr>
            <a:r>
              <a:rPr sz="975" b="0">
                <a:solidFill>
                  <a:srgbClr val="123F4C"/>
                </a:solidFill>
              </a:rPr>
              <a:t>A manual site and species choice plus an optional note become a prototype learning record, not verified biodiversity evidence.</a:t>
            </a:r>
            <a:endParaRPr sz="1700" b="0">
              <a:solidFill>
                <a:srgbClr val="193642"/>
              </a:solidFill>
            </a:endParaRP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006485E-C2C3-4006-8D7A-C4B56DDE6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8290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00" b="1">
                <a:solidFill>
                  <a:srgbClr val="147D85"/>
                </a:solidFill>
              </a:defRPr>
            </a:pPr>
            <a:endParaRPr sz="1700" b="1">
              <a:solidFill>
                <a:srgbClr val="147D85"/>
              </a:solidFill>
            </a:endParaRPr>
          </a:p>
        </p:txBody>
      </p:sp>
      <p:sp>
        <p:nvSpPr>
          <p:cNvPr id="21" name="圆角矩形 20">
            <a:extLst xmlns:a="http://schemas.openxmlformats.org/drawingml/2006/main">
              <a:ext uri="{FF2B5EF4-FFF2-40B4-BE49-F238E27FC236}">
                <a16:creationId xmlns:a16="http://schemas.microsoft.com/office/drawing/2014/main" id="{D94FAD5E-7FE6-4071-AE5C-1E907ED30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990850" cy="2895600"/>
          </a:xfrm>
          <a:prstGeom xmlns:a="http://schemas.openxmlformats.org/drawingml/2006/main" prst="roundRect">
            <a:avLst>
              <a:gd name="adj" fmla="val 3947"/>
            </a:avLst>
          </a:prstGeom>
          <a:solidFill xmlns:a="http://schemas.openxmlformats.org/drawingml/2006/main">
            <a:srgbClr val="103B4A"/>
          </a:solidFill>
          <a:ln xmlns:a="http://schemas.openxmlformats.org/drawingml/2006/main" w="11430">
            <a:solidFill>
              <a:srgbClr val="103B4A"/>
            </a:solidFill>
            <a:prstDash val="solid"/>
          </a:ln>
        </p:spPr>
        <p:txBody>
          <a:bodyPr xmlns:a="http://schemas.openxmlformats.org/drawingml/2006/main" wrap="square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123F4C"/>
                </a:solidFill>
              </a:defRPr>
            </a:pPr>
            <a:r>
              <a:rPr sz="1200">
                <a:solidFill>
                  <a:srgbClr val="123F4C"/>
                </a:solidFill>
              </a:rPr>
              <a:t/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3A48EDC4-6F71-45CA-AB8B-C4C01A343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1455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190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4FBFA"/>
                </a:solidFill>
              </a:defRPr>
            </a:pPr>
            <a:r>
              <a:rPr sz="1050" b="1">
                <a:solidFill>
                  <a:srgbClr val="F4FBFA"/>
                </a:solidFill>
              </a:rPr>
              <a:t>Prototype record</a:t>
            </a:r>
            <a:endParaRPr sz="1100" b="1">
              <a:solidFill>
                <a:srgbClr val="A9DDD8"/>
              </a:solidFill>
            </a:endParaRP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CF235CF-9191-4925-B8C2-576DB8D5A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717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4FBFA"/>
                </a:solidFill>
              </a:defRPr>
            </a:pPr>
            <a:r>
              <a:rPr sz="975" b="1">
                <a:solidFill>
                  <a:srgbClr val="F4FBFA"/>
                </a:solidFill>
              </a:rPr>
              <a:t>No exact GPS</a:t>
            </a:r>
            <a:endParaRPr sz="1900" b="1">
              <a:solidFill>
                <a:srgbClr val="FFFFFF"/>
              </a:solidFill>
            </a:endParaRP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BF7FABD3-EB40-46D4-BA01-4AA049288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0480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4FBFA"/>
                </a:solidFill>
              </a:defRPr>
            </a:pPr>
            <a:r>
              <a:rPr sz="975" b="1">
                <a:solidFill>
                  <a:srgbClr val="F4FBFA"/>
                </a:solidFill>
              </a:rPr>
              <a:t>No identity fields</a:t>
            </a:r>
            <a:endParaRPr sz="1900" b="1">
              <a:solidFill>
                <a:srgbClr val="FFFFFF"/>
              </a:solidFill>
            </a:endParaRP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3487C53A-31AB-4F44-8298-B53AD8DE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242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4FBFA"/>
                </a:solidFill>
              </a:defRPr>
            </a:pPr>
            <a:r>
              <a:rPr sz="975" b="1">
                <a:solidFill>
                  <a:srgbClr val="F4FBFA"/>
                </a:solidFill>
              </a:rPr>
              <a:t>No enforcement claim</a:t>
            </a:r>
            <a:endParaRPr sz="1900" b="1">
              <a:solidFill>
                <a:srgbClr val="FFFFFF"/>
              </a:solidFill>
            </a:endParaRP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D9CCFD87-B3C8-415A-AF96-994B5C732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0005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4FBFA"/>
                </a:solidFill>
              </a:defRPr>
            </a:pPr>
            <a:r>
              <a:rPr sz="975" b="1">
                <a:solidFill>
                  <a:srgbClr val="F4FBFA"/>
                </a:solidFill>
              </a:rPr>
              <a:t>Synthetic / public demo</a:t>
            </a:r>
            <a:endParaRPr sz="1900" b="1">
              <a:solidFill>
                <a:srgbClr val="FFFFFF"/>
              </a:solidFill>
            </a:endParaRPr>
          </a:p>
        </p:txBody>
      </p:sp>
      <p:sp>
        <p:nvSpPr>
          <p:cNvPr id="27" name="圆角矩形 26">
            <a:extLst xmlns:a="http://schemas.openxmlformats.org/drawingml/2006/main">
              <a:ext uri="{FF2B5EF4-FFF2-40B4-BE49-F238E27FC236}">
                <a16:creationId xmlns:a16="http://schemas.microsoft.com/office/drawing/2014/main" id="{1E4DE33C-7494-475E-8240-F8F945F89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5086350"/>
            <a:ext cx="73533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CA38F"/>
          </a:solidFill>
          <a:ln xmlns:a="http://schemas.openxmlformats.org/drawingml/2006/main" w="11430">
            <a:solidFill>
              <a:srgbClr val="ECA38F"/>
            </a:solidFill>
            <a:prstDash val="solid"/>
          </a:ln>
        </p:spPr>
        <p:txBody>
          <a:bodyPr xmlns:a="http://schemas.openxmlformats.org/drawingml/2006/main" wrap="square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>
                <a:solidFill>
                  <a:srgbClr val="123F4C"/>
                </a:solidFill>
              </a:defRPr>
            </a:pPr>
            <a:r>
              <a:rPr sz="1125">
                <a:solidFill>
                  <a:srgbClr val="123F4C"/>
                </a:solidFill>
              </a:rPr>
              <a:t/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09A251EA-94D8-420E-B603-DD671ADD0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238750"/>
            <a:ext cx="6819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23F4C"/>
                </a:solidFill>
              </a:defRPr>
            </a:pPr>
            <a:r>
              <a:rPr sz="975" b="1">
                <a:solidFill>
                  <a:srgbClr val="123F4C"/>
                </a:solidFill>
              </a:rPr>
              <a:t>Prototype learning record</a:t>
            </a:r>
            <a:endParaRPr sz="1500" b="1">
              <a:solidFill>
                <a:srgbClr val="103B4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205310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矩形 31">
            <a:extLst xmlns:a="http://schemas.openxmlformats.org/drawingml/2006/main">
              <a:ext uri="{FF2B5EF4-FFF2-40B4-BE49-F238E27FC236}">
                <a16:creationId xmlns:a16="http://schemas.microsoft.com/office/drawing/2014/main" id="{940CD265-4694-4DF9-9704-577FF9EC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COLLECTION</a:t>
            </a:r>
            <a:endParaRPr sz="1100" b="1">
              <a:solidFill>
                <a:srgbClr val="147D85"/>
              </a:solidFill>
            </a:endParaRPr>
          </a:p>
        </p:txBody>
      </p:sp>
      <p:sp>
        <p:nvSpPr>
          <p:cNvPr id="2" name="slide-11-title">
            <a:extLst xmlns:a="http://schemas.openxmlformats.org/drawingml/2006/main">
              <a:ext uri="{FF2B5EF4-FFF2-40B4-BE49-F238E27FC236}">
                <a16:creationId xmlns:a16="http://schemas.microsoft.com/office/drawing/2014/main" id="{ED67E7D1-8745-4B17-BFBE-B8D37B8FA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03B4A"/>
                </a:solidFill>
              </a:defRPr>
            </a:pPr>
            <a:r>
              <a:rPr sz="3000" b="1">
                <a:solidFill>
                  <a:srgbClr val="103B4A"/>
                </a:solidFill>
              </a:rPr>
              <a:t>Small, intentional fields make collection understandable</a:t>
            </a:r>
            <a:endParaRPr sz="3000" b="1">
              <a:solidFill>
                <a:srgbClr val="103B4A"/>
              </a:solidFill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F5F0FC75-FD8E-41FE-B2AC-2F9C1DF44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B9D185BA-7AC9-4519-8333-ECD85EDE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1EDDB6AF-B4F9-4989-83A5-9A4592CB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905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TEAM 04 - DIVESAFE MY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F405CF7-B5B6-47F7-AEEF-637BACCBE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419850"/>
            <a:ext cx="2571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COLLECTION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64EE8E61-6A02-4B85-807E-C1B4AE4E2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19850"/>
            <a:ext cx="1143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11 / 19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7532F10C-D7B4-4E89-998B-B6D25A510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2343150" cy="27813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9" name="圆角矩形 8">
            <a:extLst xmlns:a="http://schemas.openxmlformats.org/drawingml/2006/main">
              <a:ext uri="{FF2B5EF4-FFF2-40B4-BE49-F238E27FC236}">
                <a16:creationId xmlns:a16="http://schemas.microsoft.com/office/drawing/2014/main" id="{11723F19-77CF-423F-A4B3-587CA3386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431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6897F6B9-72BC-49C2-9D6C-5EEEF32CB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193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FFFF"/>
                </a:solidFill>
              </a:defRPr>
            </a:pPr>
            <a:endParaRPr sz="1500" b="1">
              <a:solidFill>
                <a:srgbClr val="FFFFFF"/>
              </a:solidFill>
            </a:endParaRP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0D2A123-307E-4E26-9F10-284D194E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1885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Site and species</a:t>
            </a:r>
            <a:endParaRPr sz="2000" b="1">
              <a:solidFill>
                <a:srgbClr val="103B4A"/>
              </a:solidFill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0077C95-D8C6-42FF-96BE-887F454B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33800"/>
            <a:ext cx="1885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123F4C"/>
                </a:solidFill>
              </a:defRPr>
            </a:pPr>
            <a:r>
              <a:rPr sz="975" b="0">
                <a:solidFill>
                  <a:srgbClr val="123F4C"/>
                </a:solidFill>
              </a:rPr>
              <a:t>No accounts or exact GPS.</a:t>
            </a:r>
            <a:endParaRPr sz="1700" b="0">
              <a:solidFill>
                <a:srgbClr val="193642"/>
              </a:solidFill>
            </a:endParaRPr>
          </a:p>
        </p:txBody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E84F66AE-8F83-425D-9D8E-CD5C86219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486150"/>
            <a:ext cx="4762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7D85"/>
            </a:solidFill>
            <a:prstDash val="solid"/>
          </a:ln>
        </p:spPr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231E452B-84C7-4896-9934-96BCACA21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14550"/>
            <a:ext cx="2343150" cy="27813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5" name="圆角矩形 14">
            <a:extLst xmlns:a="http://schemas.openxmlformats.org/drawingml/2006/main">
              <a:ext uri="{FF2B5EF4-FFF2-40B4-BE49-F238E27FC236}">
                <a16:creationId xmlns:a16="http://schemas.microsoft.com/office/drawing/2014/main" id="{E70F4137-A76B-4958-B131-60EB4ADF9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3431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80D15146-64E7-4DCF-BBF3-6F6CC3E2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4193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FFFF"/>
                </a:solidFill>
              </a:defRPr>
            </a:pPr>
            <a:endParaRPr sz="1500" b="1">
              <a:solidFill>
                <a:srgbClr val="FFFFFF"/>
              </a:solidFill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6F282ED6-EE71-4344-AEA2-71D72A9B0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28950"/>
            <a:ext cx="1885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Review first</a:t>
            </a:r>
            <a:endParaRPr sz="2000" b="1">
              <a:solidFill>
                <a:srgbClr val="103B4A"/>
              </a:solidFill>
            </a:endParaRP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4085094A-FB6A-4E7A-9D45-7849F9397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733800"/>
            <a:ext cx="1885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123F4C"/>
                </a:solidFill>
              </a:defRPr>
            </a:pPr>
            <a:r>
              <a:rPr sz="975" b="0">
                <a:solidFill>
                  <a:srgbClr val="123F4C"/>
                </a:solidFill>
              </a:rPr>
              <a:t>Review first, then save only what is needed.</a:t>
            </a:r>
            <a:endParaRPr sz="1700" b="0">
              <a:solidFill>
                <a:srgbClr val="193642"/>
              </a:solidFill>
            </a:endParaRPr>
          </a:p>
        </p:txBody>
      </p:sp>
      <p:sp>
        <p:nvSpPr>
          <p:cNvPr id="19" name="直接连接符 18">
            <a:extLst xmlns:a="http://schemas.openxmlformats.org/drawingml/2006/main">
              <a:ext uri="{FF2B5EF4-FFF2-40B4-BE49-F238E27FC236}">
                <a16:creationId xmlns:a16="http://schemas.microsoft.com/office/drawing/2014/main" id="{058F6291-1E0D-4873-A6A1-D6F615CDF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486150"/>
            <a:ext cx="4762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7D85"/>
            </a:solidFill>
            <a:prstDash val="solid"/>
          </a:ln>
        </p:spPr>
      </p:sp>
      <p:sp>
        <p:nvSpPr>
          <p:cNvPr id="20" name="圆角矩形 19">
            <a:extLst xmlns:a="http://schemas.openxmlformats.org/drawingml/2006/main">
              <a:ext uri="{FF2B5EF4-FFF2-40B4-BE49-F238E27FC236}">
                <a16:creationId xmlns:a16="http://schemas.microsoft.com/office/drawing/2014/main" id="{69E4BEB9-FC3D-4032-BCC8-BB99F74E8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114550"/>
            <a:ext cx="2343150" cy="27813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103B4A"/>
          </a:solidFill>
          <a:ln xmlns:a="http://schemas.openxmlformats.org/drawingml/2006/main" w="11430">
            <a:solidFill>
              <a:srgbClr val="103B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1" name="圆角矩形 20">
            <a:extLst xmlns:a="http://schemas.openxmlformats.org/drawingml/2006/main">
              <a:ext uri="{FF2B5EF4-FFF2-40B4-BE49-F238E27FC236}">
                <a16:creationId xmlns:a16="http://schemas.microsoft.com/office/drawing/2014/main" id="{A92BBB6F-BB57-4794-ACBD-84AC421AE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31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9D99"/>
          </a:solidFill>
          <a:ln xmlns:a="http://schemas.openxmlformats.org/drawingml/2006/main" w="11430">
            <a:solidFill>
              <a:srgbClr val="249D99"/>
            </a:solidFill>
            <a:prstDash val="solid"/>
          </a:ln>
        </p:spPr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EFAA6B71-3CFD-4D4E-9F77-EDD610B65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193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FFFF"/>
                </a:solidFill>
              </a:defRPr>
            </a:pPr>
            <a:endParaRPr sz="1500" b="1">
              <a:solidFill>
                <a:srgbClr val="FFFFFF"/>
              </a:solidFill>
            </a:endParaRP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AD95831B-4D84-46A6-B126-B09004521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028950"/>
            <a:ext cx="1885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4FBFA"/>
                </a:solidFill>
              </a:defRPr>
            </a:pPr>
            <a:r>
              <a:rPr sz="975" b="1">
                <a:solidFill>
                  <a:srgbClr val="F4FBFA"/>
                </a:solidFill>
              </a:rPr>
              <a:t>The user chooses what to save.</a:t>
            </a:r>
            <a:endParaRPr sz="2000" b="1">
              <a:solidFill>
                <a:srgbClr val="FFFFFF"/>
              </a:solidFill>
            </a:endParaRP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5DC8EE27-227E-4003-91EC-EF1F05E1D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33800"/>
            <a:ext cx="1885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4FBFA"/>
                </a:solidFill>
              </a:defRPr>
            </a:pPr>
            <a:r>
              <a:rPr sz="975" b="0">
                <a:solidFill>
                  <a:srgbClr val="F4FBFA"/>
                </a:solidFill>
              </a:rPr>
              <a:t>Small record</a:t>
            </a:r>
            <a:endParaRPr sz="1700" b="0">
              <a:solidFill>
                <a:srgbClr val="A9DDD8"/>
              </a:solidFill>
            </a:endParaRPr>
          </a:p>
        </p:txBody>
      </p:sp>
      <p:sp>
        <p:nvSpPr>
          <p:cNvPr id="25" name="直接连接符 24">
            <a:extLst xmlns:a="http://schemas.openxmlformats.org/drawingml/2006/main">
              <a:ext uri="{FF2B5EF4-FFF2-40B4-BE49-F238E27FC236}">
                <a16:creationId xmlns:a16="http://schemas.microsoft.com/office/drawing/2014/main" id="{EA1B19EC-A0DA-4881-8E1E-2C34678F6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486150"/>
            <a:ext cx="4762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7D85"/>
            </a:solidFill>
            <a:prstDash val="solid"/>
          </a:ln>
        </p:spPr>
      </p:sp>
      <p:sp>
        <p:nvSpPr>
          <p:cNvPr id="26" name="圆角矩形 25">
            <a:extLst xmlns:a="http://schemas.openxmlformats.org/drawingml/2006/main">
              <a:ext uri="{FF2B5EF4-FFF2-40B4-BE49-F238E27FC236}">
                <a16:creationId xmlns:a16="http://schemas.microsoft.com/office/drawing/2014/main" id="{BF958341-0CA9-435B-BE09-B4891464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114550"/>
            <a:ext cx="2343150" cy="27813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27" name="圆角矩形 26">
            <a:extLst xmlns:a="http://schemas.openxmlformats.org/drawingml/2006/main">
              <a:ext uri="{FF2B5EF4-FFF2-40B4-BE49-F238E27FC236}">
                <a16:creationId xmlns:a16="http://schemas.microsoft.com/office/drawing/2014/main" id="{F35A21B9-6678-41DC-AD92-3FC43740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3431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E414D7F5-ED87-41A3-B1EA-FE8FA07C9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4193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FFFF"/>
                </a:solidFill>
              </a:defRPr>
            </a:pPr>
            <a:endParaRPr sz="1500" b="1">
              <a:solidFill>
                <a:srgbClr val="FFFFFF"/>
              </a:solidFill>
            </a:endParaRPr>
          </a:p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88EBE45B-80E1-4B44-B8D2-FD24D5BB6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28950"/>
            <a:ext cx="1885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Only confirmed fields are stored.</a:t>
            </a:r>
            <a:endParaRPr sz="2000" b="1">
              <a:solidFill>
                <a:srgbClr val="103B4A"/>
              </a:solidFill>
            </a:endParaRPr>
          </a:p>
        </p:txBody>
      </p:sp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0D2AC4EB-E676-4B74-AA31-394D905F4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733800"/>
            <a:ext cx="1885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23F4C"/>
                </a:solidFill>
              </a:defRPr>
            </a:pPr>
            <a:r>
              <a:rPr sz="1125" b="0">
                <a:solidFill>
                  <a:srgbClr val="123F4C"/>
                </a:solidFill>
              </a:rPr>
              <a:t>A collection is a learning view, not a survey database.</a:t>
            </a:r>
            <a:endParaRPr sz="1700" b="0">
              <a:solidFill>
                <a:srgbClr val="193642"/>
              </a:solidFill>
            </a:endParaRPr>
          </a:p>
        </p:txBody>
      </p:sp>
      <p:sp>
        <p:nvSpPr>
          <p:cNvPr id="31" name="矩形 30">
            <a:extLst xmlns:a="http://schemas.openxmlformats.org/drawingml/2006/main">
              <a:ext uri="{FF2B5EF4-FFF2-40B4-BE49-F238E27FC236}">
                <a16:creationId xmlns:a16="http://schemas.microsoft.com/office/drawing/2014/main" id="{634F5E40-5A41-471D-85AC-55C07D640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23F4C"/>
                </a:solidFill>
              </a:defRPr>
            </a:pPr>
            <a:r>
              <a:rPr sz="1125" b="1">
                <a:solidFill>
                  <a:srgbClr val="123F4C"/>
                </a:solidFill>
              </a:rPr>
              <a:t/>
            </a:r>
            <a:endParaRPr sz="1800" b="1">
              <a:solidFill>
                <a:srgbClr val="147D8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83375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A09739E1-FC7B-43F1-A903-4642F53F0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BADGE</a:t>
            </a:r>
            <a:endParaRPr sz="1100" b="1">
              <a:solidFill>
                <a:srgbClr val="147D85"/>
              </a:solidFill>
            </a:endParaRPr>
          </a:p>
        </p:txBody>
      </p:sp>
      <p:sp>
        <p:nvSpPr>
          <p:cNvPr id="2" name="slide-12-title">
            <a:extLst xmlns:a="http://schemas.openxmlformats.org/drawingml/2006/main">
              <a:ext uri="{FF2B5EF4-FFF2-40B4-BE49-F238E27FC236}">
                <a16:creationId xmlns:a16="http://schemas.microsoft.com/office/drawing/2014/main" id="{E3E96933-1094-4220-9B50-5FE784ABA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03B4A"/>
                </a:solidFill>
              </a:defRPr>
            </a:pPr>
            <a:r>
              <a:rPr sz="3000" b="1">
                <a:solidFill>
                  <a:srgbClr val="103B4A"/>
                </a:solidFill>
              </a:rPr>
              <a:t>A badge recognises completion, not expertise</a:t>
            </a:r>
            <a:endParaRPr sz="3000" b="1">
              <a:solidFill>
                <a:srgbClr val="103B4A"/>
              </a:solidFill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120C40D9-D1F1-4F3D-99EA-3ADA27A8B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BE4F4FDA-B6E3-4CE8-A973-AD1FBADEE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26B0479E-4C3D-44CA-A2B4-C3FF6690D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905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TEAM 04 - DIVESAFE MY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883E4226-0F7A-4E9B-B5B0-5F8C08A39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419850"/>
            <a:ext cx="2571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BADGE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87257E20-4E31-4958-AD02-8099AF25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19850"/>
            <a:ext cx="1143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12 / 19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27D0AB9C-97CB-4A54-BD44-2A8965D23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3333750" cy="2990850"/>
          </a:xfrm>
          <a:prstGeom xmlns:a="http://schemas.openxmlformats.org/drawingml/2006/main" prst="roundRect">
            <a:avLst>
              <a:gd name="adj" fmla="val 3822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169ED2B-DD17-4C50-BF37-A9171BFE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71700"/>
            <a:ext cx="2876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4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Learning path</a:t>
            </a:r>
            <a:endParaRPr sz="1000" b="1">
              <a:solidFill>
                <a:srgbClr val="147D85"/>
              </a:solidFill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E1B88C3A-2CC5-4F0F-903A-924113BC6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86025"/>
            <a:ext cx="2876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23F4C"/>
                </a:solidFill>
              </a:defRPr>
            </a:pPr>
            <a:r>
              <a:rPr sz="1125" b="1">
                <a:solidFill>
                  <a:srgbClr val="123F4C"/>
                </a:solidFill>
              </a:rPr>
              <a:t>Complete the guide and confirmation steps.</a:t>
            </a:r>
            <a:endParaRPr sz="2200" b="1">
              <a:solidFill>
                <a:srgbClr val="103B4A"/>
              </a:solidFill>
            </a:endParaRP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62A7D5B3-696F-487F-A2BB-0EA86341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14675"/>
            <a:ext cx="2876550" cy="1628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23F4C"/>
                </a:solidFill>
              </a:defRPr>
            </a:pPr>
            <a:r>
              <a:rPr sz="1200" b="0">
                <a:solidFill>
                  <a:srgbClr val="123F4C"/>
                </a:solidFill>
              </a:rPr>
              <a:t>This is not a dive credential.</a:t>
            </a:r>
            <a:endParaRPr sz="1700" b="0">
              <a:solidFill>
                <a:srgbClr val="193642"/>
              </a:solidFill>
            </a:endParaRPr>
          </a:p>
        </p:txBody>
      </p:sp>
      <p:sp>
        <p:nvSpPr>
          <p:cNvPr id="12" name="圆角矩形 11">
            <a:extLst xmlns:a="http://schemas.openxmlformats.org/drawingml/2006/main">
              <a:ext uri="{FF2B5EF4-FFF2-40B4-BE49-F238E27FC236}">
                <a16:creationId xmlns:a16="http://schemas.microsoft.com/office/drawing/2014/main" id="{CCFDEE68-FD40-408C-B756-971CFBDE0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962150"/>
            <a:ext cx="3333750" cy="2990850"/>
          </a:xfrm>
          <a:prstGeom xmlns:a="http://schemas.openxmlformats.org/drawingml/2006/main" prst="roundRect">
            <a:avLst>
              <a:gd name="adj" fmla="val 38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6607AD94-4571-49BE-8061-BC5109A37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171700"/>
            <a:ext cx="2876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4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Contributor</a:t>
            </a:r>
            <a:endParaRPr sz="1000" b="1">
              <a:solidFill>
                <a:srgbClr val="147D85"/>
              </a:solidFill>
            </a:endParaRP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C1BF498-1930-40FA-9F20-A3499F945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86025"/>
            <a:ext cx="2876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23F4C"/>
                </a:solidFill>
              </a:defRPr>
            </a:pPr>
            <a:r>
              <a:rPr sz="1125" b="1">
                <a:solidFill>
                  <a:srgbClr val="123F4C"/>
                </a:solidFill>
              </a:rPr>
              <a:t>A small record can support reflection.</a:t>
            </a:r>
            <a:endParaRPr sz="2200" b="1">
              <a:solidFill>
                <a:srgbClr val="103B4A"/>
              </a:solidFill>
            </a:endParaRP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2BA5C7B-A030-45C7-9A43-DEEB69BAB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114675"/>
            <a:ext cx="2876550" cy="1628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00" b="0">
                <a:solidFill>
                  <a:srgbClr val="193642"/>
                </a:solidFill>
              </a:defRPr>
            </a:pPr>
            <a:r>
              <a:rPr sz="1700" b="0">
                <a:solidFill>
                  <a:srgbClr val="193642"/>
                </a:solidFill>
              </a:rPr>
              <a:t>Completion of the learning path is not a dive credential, safety clearance or professional assessment.</a:t>
            </a:r>
            <a:endParaRPr sz="1700" b="0">
              <a:solidFill>
                <a:srgbClr val="193642"/>
              </a:solidFill>
            </a:endParaRPr>
          </a:p>
        </p:txBody>
      </p:sp>
      <p:sp>
        <p:nvSpPr>
          <p:cNvPr id="16" name="圆角矩形 15">
            <a:extLst xmlns:a="http://schemas.openxmlformats.org/drawingml/2006/main">
              <a:ext uri="{FF2B5EF4-FFF2-40B4-BE49-F238E27FC236}">
                <a16:creationId xmlns:a16="http://schemas.microsoft.com/office/drawing/2014/main" id="{235E825E-C6F5-44A0-AB56-204E6AE8D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62150"/>
            <a:ext cx="3333750" cy="2990850"/>
          </a:xfrm>
          <a:prstGeom xmlns:a="http://schemas.openxmlformats.org/drawingml/2006/main" prst="roundRect">
            <a:avLst>
              <a:gd name="adj" fmla="val 3822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27F7C8BD-C8D7-4A5D-AF3C-A6A830FA4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71700"/>
            <a:ext cx="2876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4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Recognition stays optional.</a:t>
            </a:r>
            <a:endParaRPr sz="1000" b="1">
              <a:solidFill>
                <a:srgbClr val="147D85"/>
              </a:solidFill>
            </a:endParaRP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CE283AD6-6C91-47E1-B31D-502A4C3A8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86025"/>
            <a:ext cx="2876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Safety first</a:t>
            </a:r>
            <a:endParaRPr sz="2200" b="1">
              <a:solidFill>
                <a:srgbClr val="103B4A"/>
              </a:solidFill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5D47674F-D2CF-49E1-860D-AA2E4086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14675"/>
            <a:ext cx="2876550" cy="1628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23F4C"/>
                </a:solidFill>
              </a:defRPr>
            </a:pPr>
            <a:r>
              <a:rPr sz="1050" b="0">
                <a:solidFill>
                  <a:srgbClr val="123F4C"/>
                </a:solidFill>
              </a:rPr>
              <a:t>The badge never proves skill, species identity or safe conditions.</a:t>
            </a:r>
            <a:endParaRPr sz="1700" b="0">
              <a:solidFill>
                <a:srgbClr val="193642"/>
              </a:solidFill>
            </a:endParaRPr>
          </a:p>
        </p:txBody>
      </p:sp>
      <p:sp>
        <p:nvSpPr>
          <p:cNvPr id="20" name="圆角矩形 19">
            <a:extLst xmlns:a="http://schemas.openxmlformats.org/drawingml/2006/main">
              <a:ext uri="{FF2B5EF4-FFF2-40B4-BE49-F238E27FC236}">
                <a16:creationId xmlns:a16="http://schemas.microsoft.com/office/drawing/2014/main" id="{2394F757-B3ED-49E7-93FE-E48CB121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257800"/>
            <a:ext cx="81534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3B4A"/>
          </a:solidFill>
          <a:ln xmlns:a="http://schemas.openxmlformats.org/drawingml/2006/main" w="11430">
            <a:solidFill>
              <a:srgbClr val="103B4A"/>
            </a:solidFill>
            <a:prstDash val="solid"/>
          </a:ln>
        </p:spPr>
        <p:txBody>
          <a:bodyPr xmlns:a="http://schemas.openxmlformats.org/drawingml/2006/main" wrap="square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123F4C"/>
                </a:solidFill>
              </a:defRPr>
            </a:pPr>
            <a:r>
              <a:rPr sz="1050">
                <a:solidFill>
                  <a:srgbClr val="123F4C"/>
                </a:solidFill>
              </a:rPr>
              <a:t/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DD29A8D1-7649-4A58-B996-1FFED150C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400675"/>
            <a:ext cx="765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4FBFA"/>
                </a:solidFill>
              </a:defRPr>
            </a:pPr>
            <a:r>
              <a:rPr sz="900" b="1">
                <a:solidFill>
                  <a:srgbClr val="F4FBFA"/>
                </a:solidFill>
              </a:rPr>
              <a:t>Completion is a prompt to keep learning, not a professional assessment.</a:t>
            </a:r>
            <a:endParaRPr sz="1600" b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76878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矩形 33">
            <a:extLst xmlns:a="http://schemas.openxmlformats.org/drawingml/2006/main">
              <a:ext uri="{FF2B5EF4-FFF2-40B4-BE49-F238E27FC236}">
                <a16:creationId xmlns:a16="http://schemas.microsoft.com/office/drawing/2014/main" id="{204C77D7-CCF2-47DF-A6B3-5B3A7D1E3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DATA BOUNDARY</a:t>
            </a:r>
            <a:endParaRPr sz="1100" b="1">
              <a:solidFill>
                <a:srgbClr val="147D85"/>
              </a:solidFill>
            </a:endParaRPr>
          </a:p>
        </p:txBody>
      </p:sp>
      <p:sp>
        <p:nvSpPr>
          <p:cNvPr id="2" name="slide-13-title">
            <a:extLst xmlns:a="http://schemas.openxmlformats.org/drawingml/2006/main">
              <a:ext uri="{FF2B5EF4-FFF2-40B4-BE49-F238E27FC236}">
                <a16:creationId xmlns:a16="http://schemas.microsoft.com/office/drawing/2014/main" id="{BB3A7326-0798-41C4-9BD9-736B782A3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03B4A"/>
                </a:solidFill>
              </a:defRPr>
            </a:pPr>
            <a:r>
              <a:rPr sz="3000" b="1">
                <a:solidFill>
                  <a:srgbClr val="103B4A"/>
                </a:solidFill>
              </a:rPr>
              <a:t>The prototype collects only what supports learning</a:t>
            </a:r>
            <a:endParaRPr sz="3000" b="1">
              <a:solidFill>
                <a:srgbClr val="103B4A"/>
              </a:solidFill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709AE1B3-C052-4690-BA99-7FC5AFD70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BCC52283-1955-4804-9A59-B735712AE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535B80E9-9200-4A07-8DC3-7BBC982BB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905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TEAM 04 - DIVESAFE MY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B57E28AC-5020-4B87-A7C1-7CB189D7D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419850"/>
            <a:ext cx="2571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DATA BOUNDARY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F048FB5-1519-4F32-AB33-F27B6C94D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19850"/>
            <a:ext cx="1143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13 / 19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5B235A12-C89A-4D3F-A33A-6F83AA91D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09800"/>
            <a:ext cx="20574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58771EF5-B6CE-4054-9E4E-A3208EA6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00" b="1">
                <a:solidFill>
                  <a:srgbClr val="147D85"/>
                </a:solidFill>
              </a:defRPr>
            </a:pPr>
            <a:endParaRPr sz="1400" b="1">
              <a:solidFill>
                <a:srgbClr val="147D85"/>
              </a:solidFill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3225D68-88FD-4581-8E6E-F86D77B0A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171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Curated public context</a:t>
            </a:r>
            <a:endParaRPr sz="1500" b="1">
              <a:solidFill>
                <a:srgbClr val="103B4A"/>
              </a:solidFill>
            </a:endParaRPr>
          </a:p>
        </p:txBody>
      </p:sp>
      <p:sp>
        <p:nvSpPr>
          <p:cNvPr id="11" name="直接连接符 10">
            <a:extLst xmlns:a="http://schemas.openxmlformats.org/drawingml/2006/main">
              <a:ext uri="{FF2B5EF4-FFF2-40B4-BE49-F238E27FC236}">
                <a16:creationId xmlns:a16="http://schemas.microsoft.com/office/drawing/2014/main" id="{0C73DCA4-6654-4100-AE45-A9CFF065E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009900"/>
            <a:ext cx="8763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7D85"/>
            </a:solidFill>
            <a:prstDash val="solid"/>
          </a:ln>
        </p:spPr>
      </p:sp>
      <p:sp>
        <p:nvSpPr>
          <p:cNvPr id="12" name="圆角矩形 11">
            <a:extLst xmlns:a="http://schemas.openxmlformats.org/drawingml/2006/main">
              <a:ext uri="{FF2B5EF4-FFF2-40B4-BE49-F238E27FC236}">
                <a16:creationId xmlns:a16="http://schemas.microsoft.com/office/drawing/2014/main" id="{2E342D35-595F-4610-9359-FB114EC3A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09800"/>
            <a:ext cx="20574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3CDD039-79DC-4481-81F0-879DD1D27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47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00" b="1">
                <a:solidFill>
                  <a:srgbClr val="147D85"/>
                </a:solidFill>
              </a:defRPr>
            </a:pPr>
            <a:endParaRPr sz="1400" b="1">
              <a:solidFill>
                <a:srgbClr val="147D85"/>
              </a:solidFill>
            </a:endParaRP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0468BA19-0C92-4815-9D46-5D7F686C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914650"/>
            <a:ext cx="171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Synthetic demo profile</a:t>
            </a:r>
            <a:endParaRPr sz="1500" b="1">
              <a:solidFill>
                <a:srgbClr val="103B4A"/>
              </a:solidFill>
            </a:endParaRPr>
          </a:p>
        </p:txBody>
      </p:sp>
      <p:sp>
        <p:nvSpPr>
          <p:cNvPr id="15" name="直接连接符 14">
            <a:extLst xmlns:a="http://schemas.openxmlformats.org/drawingml/2006/main">
              <a:ext uri="{FF2B5EF4-FFF2-40B4-BE49-F238E27FC236}">
                <a16:creationId xmlns:a16="http://schemas.microsoft.com/office/drawing/2014/main" id="{FCD06E26-7A7D-4C44-850D-BCE48C7FC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009900"/>
            <a:ext cx="8763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7D85"/>
            </a:solidFill>
            <a:prstDash val="solid"/>
          </a:ln>
        </p:spPr>
      </p:sp>
      <p:sp>
        <p:nvSpPr>
          <p:cNvPr id="16" name="圆角矩形 15">
            <a:extLst xmlns:a="http://schemas.openxmlformats.org/drawingml/2006/main">
              <a:ext uri="{FF2B5EF4-FFF2-40B4-BE49-F238E27FC236}">
                <a16:creationId xmlns:a16="http://schemas.microsoft.com/office/drawing/2014/main" id="{96A57B05-3BD3-46A7-9E81-4B512A870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09800"/>
            <a:ext cx="20574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AF8ABD2C-B29E-4A55-959A-3051718EF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7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00" b="1">
                <a:solidFill>
                  <a:srgbClr val="147D85"/>
                </a:solidFill>
              </a:defRPr>
            </a:pPr>
            <a:endParaRPr sz="1400" b="1">
              <a:solidFill>
                <a:srgbClr val="147D85"/>
              </a:solidFill>
            </a:endParaRP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AC93492F-EAAA-4B65-BE32-6CA383867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14650"/>
            <a:ext cx="171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User-confirmed record</a:t>
            </a:r>
            <a:endParaRPr sz="1500" b="1">
              <a:solidFill>
                <a:srgbClr val="103B4A"/>
              </a:solidFill>
            </a:endParaRPr>
          </a:p>
        </p:txBody>
      </p:sp>
      <p:sp>
        <p:nvSpPr>
          <p:cNvPr id="19" name="直接连接符 18">
            <a:extLst xmlns:a="http://schemas.openxmlformats.org/drawingml/2006/main">
              <a:ext uri="{FF2B5EF4-FFF2-40B4-BE49-F238E27FC236}">
                <a16:creationId xmlns:a16="http://schemas.microsoft.com/office/drawing/2014/main" id="{8A9498A4-E426-4BCF-BB98-6B16F22A2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009900"/>
            <a:ext cx="8763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7D85"/>
            </a:solidFill>
            <a:prstDash val="solid"/>
          </a:ln>
        </p:spPr>
      </p:sp>
      <p:sp>
        <p:nvSpPr>
          <p:cNvPr id="20" name="圆角矩形 19">
            <a:extLst xmlns:a="http://schemas.openxmlformats.org/drawingml/2006/main">
              <a:ext uri="{FF2B5EF4-FFF2-40B4-BE49-F238E27FC236}">
                <a16:creationId xmlns:a16="http://schemas.microsoft.com/office/drawing/2014/main" id="{9004C617-6A7F-4038-9E4B-30971F7D5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209800"/>
            <a:ext cx="20574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1DEF98F4-A37C-49C3-8640-6DFFAB349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47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00" b="1">
                <a:solidFill>
                  <a:srgbClr val="147D85"/>
                </a:solidFill>
              </a:defRPr>
            </a:pPr>
            <a:endParaRPr sz="1400" b="1">
              <a:solidFill>
                <a:srgbClr val="147D85"/>
              </a:solidFill>
            </a:endParaRP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F4C07D1-45ED-405F-AACB-0B53C53DE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914650"/>
            <a:ext cx="171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Approximate area only</a:t>
            </a:r>
            <a:endParaRPr sz="1500" b="1">
              <a:solidFill>
                <a:srgbClr val="103B4A"/>
              </a:solidFill>
            </a:endParaRPr>
          </a:p>
        </p:txBody>
      </p:sp>
      <p:sp>
        <p:nvSpPr>
          <p:cNvPr id="23" name="圆角矩形 22">
            <a:extLst xmlns:a="http://schemas.openxmlformats.org/drawingml/2006/main">
              <a:ext uri="{FF2B5EF4-FFF2-40B4-BE49-F238E27FC236}">
                <a16:creationId xmlns:a16="http://schemas.microsoft.com/office/drawing/2014/main" id="{F91CC078-F0CE-40AD-A81D-92ED3EB01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229100"/>
            <a:ext cx="5905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5ACAD4D7-A2D9-4FEF-A1B4-0528B15EF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286250"/>
            <a:ext cx="590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3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DATA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C13013E2-B88B-46FA-9A7D-53C5BE1C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57675"/>
            <a:ext cx="1943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03B4A"/>
                </a:solidFill>
              </a:defRPr>
            </a:pPr>
            <a:endParaRPr sz="1800" b="1">
              <a:solidFill>
                <a:srgbClr val="103B4A"/>
              </a:solidFill>
            </a:endParaRPr>
          </a:p>
        </p:txBody>
      </p:sp>
      <p:sp>
        <p:nvSpPr>
          <p:cNvPr id="26" name="圆角矩形 25">
            <a:extLst xmlns:a="http://schemas.openxmlformats.org/drawingml/2006/main">
              <a:ext uri="{FF2B5EF4-FFF2-40B4-BE49-F238E27FC236}">
                <a16:creationId xmlns:a16="http://schemas.microsoft.com/office/drawing/2014/main" id="{DA832F26-1526-44FD-9AE4-F859F24C1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29100"/>
            <a:ext cx="5905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6F041AB1-6225-4100-A7A8-DFACD0B06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86250"/>
            <a:ext cx="590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3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SOURCE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BD3C90FB-A19E-45CD-92EE-D6B27B37B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57675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03B4A"/>
                </a:solidFill>
              </a:defRPr>
            </a:pPr>
            <a:endParaRPr sz="1800" b="1">
              <a:solidFill>
                <a:srgbClr val="103B4A"/>
              </a:solidFill>
            </a:endParaRPr>
          </a:p>
        </p:txBody>
      </p:sp>
      <p:sp>
        <p:nvSpPr>
          <p:cNvPr id="29" name="圆角矩形 28">
            <a:extLst xmlns:a="http://schemas.openxmlformats.org/drawingml/2006/main">
              <a:ext uri="{FF2B5EF4-FFF2-40B4-BE49-F238E27FC236}">
                <a16:creationId xmlns:a16="http://schemas.microsoft.com/office/drawing/2014/main" id="{41024B8D-C6A5-4820-BAD4-A6908786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86300"/>
            <a:ext cx="5905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3B4A"/>
          </a:solidFill>
          <a:ln xmlns:a="http://schemas.openxmlformats.org/drawingml/2006/main" w="11430">
            <a:solidFill>
              <a:srgbClr val="103B4A"/>
            </a:solidFill>
            <a:prstDash val="solid"/>
          </a:ln>
        </p:spPr>
      </p:sp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B157941F-D42B-4C66-9601-DB5CCF6EE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43450"/>
            <a:ext cx="590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3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LIMIT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31" name="矩形 30">
            <a:extLst xmlns:a="http://schemas.openxmlformats.org/drawingml/2006/main">
              <a:ext uri="{FF2B5EF4-FFF2-40B4-BE49-F238E27FC236}">
                <a16:creationId xmlns:a16="http://schemas.microsoft.com/office/drawing/2014/main" id="{7CB40322-344F-41D1-9E12-EFD061013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714875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03B4A"/>
                </a:solidFill>
              </a:defRPr>
            </a:pPr>
            <a:endParaRPr sz="1800" b="1">
              <a:solidFill>
                <a:srgbClr val="103B4A"/>
              </a:solidFill>
            </a:endParaRPr>
          </a:p>
        </p:txBody>
      </p:sp>
      <p:sp>
        <p:nvSpPr>
          <p:cNvPr id="32" name="矩形 31">
            <a:extLst xmlns:a="http://schemas.openxmlformats.org/drawingml/2006/main">
              <a:ext uri="{FF2B5EF4-FFF2-40B4-BE49-F238E27FC236}">
                <a16:creationId xmlns:a16="http://schemas.microsoft.com/office/drawing/2014/main" id="{ED98C6EC-3A93-4BDB-8BB1-31FC89AD0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672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147D85"/>
                </a:solidFill>
              </a:defRPr>
            </a:pPr>
            <a:endParaRPr sz="1100" b="1">
              <a:solidFill>
                <a:srgbClr val="147D85"/>
              </a:solidFill>
            </a:endParaRPr>
          </a:p>
        </p:txBody>
      </p:sp>
      <p:sp>
        <p:nvSpPr>
          <p:cNvPr id="33" name="矩形 32">
            <a:extLst xmlns:a="http://schemas.openxmlformats.org/drawingml/2006/main">
              <a:ext uri="{FF2B5EF4-FFF2-40B4-BE49-F238E27FC236}">
                <a16:creationId xmlns:a16="http://schemas.microsoft.com/office/drawing/2014/main" id="{826C7F23-F7C8-43F1-9EB3-3BFA937F5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0100"/>
            <a:ext cx="190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93642"/>
                </a:solidFill>
              </a:defRPr>
            </a:pPr>
            <a:r>
              <a:rPr sz="1500" b="0">
                <a:solidFill>
                  <a:srgbClr val="193642"/>
                </a:solidFill>
              </a:rPr>
              <a:t>Only curated educational content and user-confirmed prototype records are in scope.</a:t>
            </a:r>
            <a:endParaRPr sz="1500" b="0">
              <a:solidFill>
                <a:srgbClr val="1936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0128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7A341547-DA1E-4885-901C-D0C740E0A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ARCHITECTURE</a:t>
            </a:r>
            <a:endParaRPr sz="1100" b="1">
              <a:solidFill>
                <a:srgbClr val="147D85"/>
              </a:solidFill>
            </a:endParaRPr>
          </a:p>
        </p:txBody>
      </p:sp>
      <p:sp>
        <p:nvSpPr>
          <p:cNvPr id="2" name="slide-14-title">
            <a:extLst xmlns:a="http://schemas.openxmlformats.org/drawingml/2006/main">
              <a:ext uri="{FF2B5EF4-FFF2-40B4-BE49-F238E27FC236}">
                <a16:creationId xmlns:a16="http://schemas.microsoft.com/office/drawing/2014/main" id="{4674E976-C0FB-4854-AC71-B7AA9DA15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03B4A"/>
                </a:solidFill>
              </a:defRPr>
            </a:pPr>
            <a:r>
              <a:rPr sz="3000" b="1">
                <a:solidFill>
                  <a:srgbClr val="103B4A"/>
                </a:solidFill>
              </a:rPr>
              <a:t>A small separation keeps the learning flow inspectable</a:t>
            </a:r>
            <a:endParaRPr sz="3000" b="1">
              <a:solidFill>
                <a:srgbClr val="103B4A"/>
              </a:solidFill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2F2B00E1-251C-443B-B1B3-1B3CDDAF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12E20161-2B1F-4FE7-9BC0-E368A3D45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4973E03-133C-4ECB-A3C4-CE49A19F3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905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TEAM 04 - DIVESAFE MY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65D2F03-7977-456C-93E8-8DDE53C8E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419850"/>
            <a:ext cx="2571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ARCHITECTURE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0BEDBB66-C98A-4C14-BFFA-082265CC4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19850"/>
            <a:ext cx="1143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14 / 19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836DB8B4-CF08-457E-A018-7F5E89ED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7335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147D85"/>
                </a:solidFill>
              </a:defRPr>
            </a:pPr>
            <a:endParaRPr sz="1100" b="1">
              <a:solidFill>
                <a:srgbClr val="147D85"/>
              </a:solidFill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5A96C242-9CAE-423F-95B9-F183F1447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0515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147D85"/>
                </a:solidFill>
              </a:defRPr>
            </a:pPr>
            <a:endParaRPr sz="1100" b="1">
              <a:solidFill>
                <a:srgbClr val="147D85"/>
              </a:solidFill>
            </a:endParaRPr>
          </a:p>
        </p:txBody>
      </p:sp>
      <p:sp>
        <p:nvSpPr>
          <p:cNvPr id="10" name="圆角矩形 9">
            <a:extLst xmlns:a="http://schemas.openxmlformats.org/drawingml/2006/main">
              <a:ext uri="{FF2B5EF4-FFF2-40B4-BE49-F238E27FC236}">
                <a16:creationId xmlns:a16="http://schemas.microsoft.com/office/drawing/2014/main" id="{35AD10E6-2E88-4ECE-AEA2-B8C21C38E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076450"/>
            <a:ext cx="22288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>
                <a:solidFill>
                  <a:srgbClr val="123F4C"/>
                </a:solidFill>
              </a:defRPr>
            </a:pPr>
            <a:r>
              <a:rPr sz="1125">
                <a:solidFill>
                  <a:srgbClr val="123F4C"/>
                </a:solidFill>
              </a:rPr>
              <a:t>Profile</a:t>
            </a:r>
          </a:p>
        </p:txBody>
      </p:sp>
      <p:sp>
        <p:nvSpPr>
          <p:cNvPr id="11" name="圆角矩形 10">
            <a:extLst xmlns:a="http://schemas.openxmlformats.org/drawingml/2006/main">
              <a:ext uri="{FF2B5EF4-FFF2-40B4-BE49-F238E27FC236}">
                <a16:creationId xmlns:a16="http://schemas.microsoft.com/office/drawing/2014/main" id="{4B7FB2A4-88EC-41C9-A842-EC9CB311D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76450"/>
            <a:ext cx="22288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0D59B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2" name="圆角矩形 11">
            <a:extLst xmlns:a="http://schemas.openxmlformats.org/drawingml/2006/main">
              <a:ext uri="{FF2B5EF4-FFF2-40B4-BE49-F238E27FC236}">
                <a16:creationId xmlns:a16="http://schemas.microsoft.com/office/drawing/2014/main" id="{D7976054-52CB-4E10-AE5A-5F8F14C4D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76450"/>
            <a:ext cx="22288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CA38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3" name="圆角矩形 12">
            <a:extLst xmlns:a="http://schemas.openxmlformats.org/drawingml/2006/main">
              <a:ext uri="{FF2B5EF4-FFF2-40B4-BE49-F238E27FC236}">
                <a16:creationId xmlns:a16="http://schemas.microsoft.com/office/drawing/2014/main" id="{A4268BA7-4508-457A-869D-428FF8624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181350"/>
            <a:ext cx="22288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>
                <a:solidFill>
                  <a:srgbClr val="123F4C"/>
                </a:solidFill>
              </a:defRPr>
            </a:pPr>
            <a:r>
              <a:rPr sz="1125">
                <a:solidFill>
                  <a:srgbClr val="123F4C"/>
                </a:solidFill>
              </a:rPr>
              <a:t>Site guide</a:t>
            </a: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25F66576-BCB0-4BFE-A80E-BB54D66AD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81350"/>
            <a:ext cx="22288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5" name="圆角矩形 14">
            <a:extLst xmlns:a="http://schemas.openxmlformats.org/drawingml/2006/main">
              <a:ext uri="{FF2B5EF4-FFF2-40B4-BE49-F238E27FC236}">
                <a16:creationId xmlns:a16="http://schemas.microsoft.com/office/drawing/2014/main" id="{890FF2EC-10AE-460E-BE0F-3E523EBA8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81350"/>
            <a:ext cx="22288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0D59B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6" name="圆角矩形 15">
            <a:extLst xmlns:a="http://schemas.openxmlformats.org/drawingml/2006/main">
              <a:ext uri="{FF2B5EF4-FFF2-40B4-BE49-F238E27FC236}">
                <a16:creationId xmlns:a16="http://schemas.microsoft.com/office/drawing/2014/main" id="{F3B52E37-8463-4C6C-999E-3506ABEC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286250"/>
            <a:ext cx="22288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7" name="圆角矩形 16">
            <a:extLst xmlns:a="http://schemas.openxmlformats.org/drawingml/2006/main">
              <a:ext uri="{FF2B5EF4-FFF2-40B4-BE49-F238E27FC236}">
                <a16:creationId xmlns:a16="http://schemas.microsoft.com/office/drawing/2014/main" id="{A542C37D-7249-485C-BC57-845BBA377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286250"/>
            <a:ext cx="22288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8" name="圆角矩形 17">
            <a:extLst xmlns:a="http://schemas.openxmlformats.org/drawingml/2006/main">
              <a:ext uri="{FF2B5EF4-FFF2-40B4-BE49-F238E27FC236}">
                <a16:creationId xmlns:a16="http://schemas.microsoft.com/office/drawing/2014/main" id="{5A144CC4-3479-4D90-9BFD-D2CB392B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86250"/>
            <a:ext cx="22288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>
                <a:solidFill>
                  <a:srgbClr val="123F4C"/>
                </a:solidFill>
              </a:defRPr>
            </a:pPr>
            <a:r>
              <a:rPr sz="1125">
                <a:solidFill>
                  <a:srgbClr val="123F4C"/>
                </a:solidFill>
              </a:rPr>
              <a:t>Sighting store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82A8F73B-1910-4D75-9E43-11C16DF56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3050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91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Frontend</a:t>
            </a:r>
            <a:endParaRPr sz="1700" b="1">
              <a:solidFill>
                <a:srgbClr val="103B4A"/>
              </a:solidFill>
            </a:endParaRPr>
          </a:p>
          <a:p xmlns:a="http://schemas.openxmlformats.org/drawingml/2006/main">
            <a:pPr algn="l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profile and guide</a:t>
            </a:r>
            <a:endParaRPr sz="1700" b="1">
              <a:solidFill>
                <a:srgbClr val="103B4A"/>
              </a:solidFill>
            </a:endParaRP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938DE223-AE16-42FC-86DC-6D51E68AE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050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91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API</a:t>
            </a:r>
            <a:endParaRPr sz="1700" b="1">
              <a:solidFill>
                <a:srgbClr val="103B4A"/>
              </a:solidFill>
            </a:endParaRPr>
          </a:p>
          <a:p xmlns:a="http://schemas.openxmlformats.org/drawingml/2006/main">
            <a:pPr algn="l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validation</a:t>
            </a:r>
            <a:endParaRPr sz="1700" b="1">
              <a:solidFill>
                <a:srgbClr val="103B4A"/>
              </a:solidFill>
            </a:endParaRP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0C014D61-B7F6-419D-97B4-756A35506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4099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91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Content</a:t>
            </a:r>
            <a:endParaRPr sz="1700" b="1">
              <a:solidFill>
                <a:srgbClr val="103B4A"/>
              </a:solidFill>
            </a:endParaRPr>
          </a:p>
          <a:p xmlns:a="http://schemas.openxmlformats.org/drawingml/2006/main">
            <a:pPr algn="l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JSON</a:t>
            </a:r>
            <a:endParaRPr sz="1700" b="1">
              <a:solidFill>
                <a:srgbClr val="103B4A"/>
              </a:solidFill>
            </a:endParaRP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0371A99-4059-42FF-BA7F-70386D31C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4099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91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PostgreSQL /</a:t>
            </a:r>
            <a:endParaRPr sz="1700" b="1">
              <a:solidFill>
                <a:srgbClr val="103B4A"/>
              </a:solidFill>
            </a:endParaRPr>
          </a:p>
          <a:p xmlns:a="http://schemas.openxmlformats.org/drawingml/2006/main">
            <a:pPr algn="l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SQLite</a:t>
            </a:r>
            <a:endParaRPr sz="1700" b="1">
              <a:solidFill>
                <a:srgbClr val="103B4A"/>
              </a:solidFill>
            </a:endParaRP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63C7C375-690D-4877-B314-6F4F3740D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148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91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Recognition</a:t>
            </a:r>
            <a:endParaRPr sz="1700" b="1">
              <a:solidFill>
                <a:srgbClr val="103B4A"/>
              </a:solidFill>
            </a:endParaRPr>
          </a:p>
          <a:p xmlns:a="http://schemas.openxmlformats.org/drawingml/2006/main">
            <a:pPr algn="l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fallback</a:t>
            </a:r>
            <a:endParaRPr sz="1700" b="1">
              <a:solidFill>
                <a:srgbClr val="103B4A"/>
              </a:solidFill>
            </a:endParaRP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156EDEEC-FB3C-43F9-8A8B-48AF60464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148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91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User</a:t>
            </a:r>
            <a:endParaRPr sz="1700" b="1">
              <a:solidFill>
                <a:srgbClr val="103B4A"/>
              </a:solidFill>
            </a:endParaRPr>
          </a:p>
          <a:p xmlns:a="http://schemas.openxmlformats.org/drawingml/2006/main">
            <a:pPr algn="l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confirmation</a:t>
            </a:r>
            <a:endParaRPr sz="1700" b="1">
              <a:solidFill>
                <a:srgbClr val="103B4A"/>
              </a:solidFill>
            </a:endParaRP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28AE906C-A0E2-46E9-AC28-9FB377929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343150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23F4C"/>
                </a:solidFill>
              </a:defRPr>
            </a:pPr>
            <a:r>
              <a:rPr sz="1125" b="1">
                <a:solidFill>
                  <a:srgbClr val="123F4C"/>
                </a:solidFill>
              </a:rPr>
              <a:t/>
            </a:r>
            <a:endParaRPr sz="1100" b="1">
              <a:solidFill>
                <a:srgbClr val="147D85"/>
              </a:solidFill>
            </a:endParaRP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A54EF770-200A-4F60-8BC8-58491A325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24150"/>
            <a:ext cx="2286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00" b="1">
                <a:solidFill>
                  <a:srgbClr val="103B4A"/>
                </a:solidFill>
              </a:defRPr>
            </a:pPr>
            <a:r>
              <a:rPr sz="1900" b="1">
                <a:solidFill>
                  <a:srgbClr val="103B4A"/>
                </a:solidFill>
              </a:rPr>
              <a:t>Frontend, API, database and curated content remain separate so the end-to-end demo can be inspected.</a:t>
            </a:r>
            <a:endParaRPr sz="1900" b="1">
              <a:solidFill>
                <a:srgbClr val="103B4A"/>
              </a:solidFill>
            </a:endParaRPr>
          </a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CDAE21BD-2D81-41C9-82ED-91E7A3BE3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114800"/>
            <a:ext cx="2286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23F4C"/>
                </a:solidFill>
              </a:defRPr>
            </a:pPr>
            <a:r>
              <a:rPr sz="1125" b="0">
                <a:solidFill>
                  <a:srgbClr val="123F4C"/>
                </a:solidFill>
              </a:rPr>
              <a:t/>
            </a:r>
            <a:endParaRPr sz="1600" b="0">
              <a:solidFill>
                <a:srgbClr val="5E747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210842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矩形 37">
            <a:extLst xmlns:a="http://schemas.openxmlformats.org/drawingml/2006/main">
              <a:ext uri="{FF2B5EF4-FFF2-40B4-BE49-F238E27FC236}">
                <a16:creationId xmlns:a16="http://schemas.microsoft.com/office/drawing/2014/main" id="{C0A37F60-6494-4627-83FB-B28522F90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API &amp; DATABASE</a:t>
            </a:r>
            <a:endParaRPr sz="1100" b="1">
              <a:solidFill>
                <a:srgbClr val="147D85"/>
              </a:solidFill>
            </a:endParaRPr>
          </a:p>
        </p:txBody>
      </p:sp>
      <p:sp>
        <p:nvSpPr>
          <p:cNvPr id="2" name="slide-15-title">
            <a:extLst xmlns:a="http://schemas.openxmlformats.org/drawingml/2006/main">
              <a:ext uri="{FF2B5EF4-FFF2-40B4-BE49-F238E27FC236}">
                <a16:creationId xmlns:a16="http://schemas.microsoft.com/office/drawing/2014/main" id="{EAD8754C-7F61-420E-BEA4-960394CF7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23F4C"/>
                </a:solidFill>
              </a:defRPr>
            </a:pPr>
            <a:r>
              <a:rPr sz="2550" b="1">
                <a:solidFill>
                  <a:srgbClr val="123F4C"/>
                </a:solidFill>
              </a:rPr>
              <a:t>Clear endpoints keep curated content and sightings distinct</a:t>
            </a:r>
            <a:endParaRPr sz="3000" b="1">
              <a:solidFill>
                <a:srgbClr val="103B4A"/>
              </a:solidFill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13985C4C-5C62-484F-9EB1-BFE82AB8F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639761B3-DD43-4300-9A83-3B624F5F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8D8D1CFC-FAF0-4A56-93C3-48078E950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905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TEAM 04 - DIVESAFE MY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B7DD645E-F4AA-439B-A845-FCB511EA1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419850"/>
            <a:ext cx="2571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API &amp; DATABASE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BDC6F42-80B5-47CD-B896-8C614CEAA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19850"/>
            <a:ext cx="1143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15 / 19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1511455-75CD-4A3C-A21F-65366C65C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GET</a:t>
            </a:r>
            <a:endParaRPr sz="1600" b="1">
              <a:solidFill>
                <a:srgbClr val="147D85"/>
              </a:solidFill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0EEE27D9-009E-4D78-9AD7-D32C8E34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80975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/api/dive-sites</a:t>
            </a:r>
            <a:endParaRPr sz="1800" b="1">
              <a:solidFill>
                <a:srgbClr val="103B4A"/>
              </a:solidFill>
            </a:endParaRPr>
          </a:p>
        </p:txBody>
      </p:sp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788090CB-9773-4A86-AC6B-985E02AE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924050"/>
            <a:ext cx="685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05407A6C-D640-42CF-9A16-379A1B56A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790700"/>
            <a:ext cx="7086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23F4C"/>
                </a:solidFill>
              </a:defRPr>
            </a:pPr>
            <a:r>
              <a:rPr sz="1125" b="0">
                <a:solidFill>
                  <a:srgbClr val="123F4C"/>
                </a:solidFill>
              </a:rPr>
              <a:t>Curated site cards with source labels</a:t>
            </a:r>
            <a:endParaRPr sz="1700" b="0">
              <a:solidFill>
                <a:srgbClr val="193642"/>
              </a:solidFill>
            </a:endParaRPr>
          </a:p>
        </p:txBody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2681FC6-D9C9-4A2E-AD51-415A45B90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05050"/>
            <a:ext cx="10210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88EA010-341B-48A2-BF09-00D56967E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GET</a:t>
            </a:r>
            <a:endParaRPr sz="1600" b="1">
              <a:solidFill>
                <a:srgbClr val="147D85"/>
              </a:solidFill>
            </a:endParaRP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EDA44EC6-A5C2-430B-8156-D47C4DB4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47650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/api/species</a:t>
            </a:r>
            <a:endParaRPr sz="1800" b="1">
              <a:solidFill>
                <a:srgbClr val="103B4A"/>
              </a:solidFill>
            </a:endParaRPr>
          </a:p>
        </p:txBody>
      </p:sp>
      <p:sp>
        <p:nvSpPr>
          <p:cNvPr id="15" name="直接连接符 14">
            <a:extLst xmlns:a="http://schemas.openxmlformats.org/drawingml/2006/main">
              <a:ext uri="{FF2B5EF4-FFF2-40B4-BE49-F238E27FC236}">
                <a16:creationId xmlns:a16="http://schemas.microsoft.com/office/drawing/2014/main" id="{3872B085-07F7-410C-B986-6EA6DD1F9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590800"/>
            <a:ext cx="685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024F4AE2-2B0D-41DD-AA8B-7297F7D44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457450"/>
            <a:ext cx="7086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23F4C"/>
                </a:solidFill>
              </a:defRPr>
            </a:pPr>
            <a:r>
              <a:rPr sz="1125" b="0">
                <a:solidFill>
                  <a:srgbClr val="123F4C"/>
                </a:solidFill>
              </a:rPr>
              <a:t>Directory entries and protection notes</a:t>
            </a:r>
            <a:endParaRPr sz="1700" b="0">
              <a:solidFill>
                <a:srgbClr val="193642"/>
              </a:solidFill>
            </a:endParaRPr>
          </a:p>
        </p:txBody>
      </p:sp>
      <p:sp>
        <p:nvSpPr>
          <p:cNvPr id="17" name="直接连接符 16">
            <a:extLst xmlns:a="http://schemas.openxmlformats.org/drawingml/2006/main">
              <a:ext uri="{FF2B5EF4-FFF2-40B4-BE49-F238E27FC236}">
                <a16:creationId xmlns:a16="http://schemas.microsoft.com/office/drawing/2014/main" id="{51168758-B58C-4151-BDEF-067C471B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971800"/>
            <a:ext cx="10210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4A1AF9E-44A2-439A-A7E4-1441270CC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GET</a:t>
            </a:r>
            <a:endParaRPr sz="1600" b="1">
              <a:solidFill>
                <a:srgbClr val="147D85"/>
              </a:solidFill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5D45E8B-F470-4B51-BCA5-0A241ED97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4325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/api/briefings/{site_id}</a:t>
            </a:r>
            <a:endParaRPr sz="1800" b="1">
              <a:solidFill>
                <a:srgbClr val="103B4A"/>
              </a:solidFill>
            </a:endParaRPr>
          </a:p>
        </p:txBody>
      </p:sp>
      <p:sp>
        <p:nvSpPr>
          <p:cNvPr id="20" name="直接连接符 19">
            <a:extLst xmlns:a="http://schemas.openxmlformats.org/drawingml/2006/main">
              <a:ext uri="{FF2B5EF4-FFF2-40B4-BE49-F238E27FC236}">
                <a16:creationId xmlns:a16="http://schemas.microsoft.com/office/drawing/2014/main" id="{2E843106-4EA5-4FC6-AD4F-D20D60F78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257550"/>
            <a:ext cx="685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F2761EC6-E29C-4AB9-AC52-019C64B00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124200"/>
            <a:ext cx="7086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23F4C"/>
                </a:solidFill>
              </a:defRPr>
            </a:pPr>
            <a:r>
              <a:rPr sz="1200" b="0">
                <a:solidFill>
                  <a:srgbClr val="123F4C"/>
                </a:solidFill>
              </a:rPr>
              <a:t>Short responsible-diving reminders</a:t>
            </a:r>
            <a:endParaRPr sz="1700" b="0">
              <a:solidFill>
                <a:srgbClr val="193642"/>
              </a:solidFill>
            </a:endParaRPr>
          </a:p>
        </p:txBody>
      </p:sp>
      <p:sp>
        <p:nvSpPr>
          <p:cNvPr id="22" name="直接连接符 21">
            <a:extLst xmlns:a="http://schemas.openxmlformats.org/drawingml/2006/main">
              <a:ext uri="{FF2B5EF4-FFF2-40B4-BE49-F238E27FC236}">
                <a16:creationId xmlns:a16="http://schemas.microsoft.com/office/drawing/2014/main" id="{B05F94AD-DCBF-4801-B7D1-1D96187A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10210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BE66EBA6-C629-490C-A806-A53E678F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145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POST</a:t>
            </a:r>
            <a:endParaRPr sz="1600" b="1">
              <a:solidFill>
                <a:srgbClr val="147D85"/>
              </a:solidFill>
            </a:endParaRP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C5B3DB9-7D07-4C2F-AA75-4D2C6FC8E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1000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/api/profile</a:t>
            </a:r>
            <a:endParaRPr sz="1800" b="1">
              <a:solidFill>
                <a:srgbClr val="103B4A"/>
              </a:solidFill>
            </a:endParaRPr>
          </a:p>
        </p:txBody>
      </p:sp>
      <p:sp>
        <p:nvSpPr>
          <p:cNvPr id="25" name="直接连接符 24">
            <a:extLst xmlns:a="http://schemas.openxmlformats.org/drawingml/2006/main">
              <a:ext uri="{FF2B5EF4-FFF2-40B4-BE49-F238E27FC236}">
                <a16:creationId xmlns:a16="http://schemas.microsoft.com/office/drawing/2014/main" id="{B0D9EF7C-F51F-4309-B32F-8322710FF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924300"/>
            <a:ext cx="685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F6CAA4F2-339E-4C66-989D-07745CA56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90950"/>
            <a:ext cx="7086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23F4C"/>
                </a:solidFill>
              </a:defRPr>
            </a:pPr>
            <a:r>
              <a:rPr sz="1200" b="0">
                <a:solidFill>
                  <a:srgbClr val="123F4C"/>
                </a:solidFill>
              </a:rPr>
              <a:t>Synthetic profile only</a:t>
            </a:r>
            <a:endParaRPr sz="1700" b="0">
              <a:solidFill>
                <a:srgbClr val="193642"/>
              </a:solidFill>
            </a:endParaRPr>
          </a:p>
        </p:txBody>
      </p:sp>
      <p:sp>
        <p:nvSpPr>
          <p:cNvPr id="27" name="直接连接符 26">
            <a:extLst xmlns:a="http://schemas.openxmlformats.org/drawingml/2006/main">
              <a:ext uri="{FF2B5EF4-FFF2-40B4-BE49-F238E27FC236}">
                <a16:creationId xmlns:a16="http://schemas.microsoft.com/office/drawing/2014/main" id="{07E27731-4C02-415F-9CB0-69588E032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05300"/>
            <a:ext cx="10210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94E50DAE-5E5C-4BB8-884B-D1BF25B67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145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POST</a:t>
            </a:r>
            <a:endParaRPr sz="1600" b="1">
              <a:solidFill>
                <a:srgbClr val="147D85"/>
              </a:solidFill>
            </a:endParaRPr>
          </a:p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0C24AC84-7903-4007-A91E-A7333466A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7675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/api/recognize</a:t>
            </a:r>
            <a:endParaRPr sz="1800" b="1">
              <a:solidFill>
                <a:srgbClr val="103B4A"/>
              </a:solidFill>
            </a:endParaRPr>
          </a:p>
        </p:txBody>
      </p:sp>
      <p:sp>
        <p:nvSpPr>
          <p:cNvPr id="30" name="直接连接符 29">
            <a:extLst xmlns:a="http://schemas.openxmlformats.org/drawingml/2006/main">
              <a:ext uri="{FF2B5EF4-FFF2-40B4-BE49-F238E27FC236}">
                <a16:creationId xmlns:a16="http://schemas.microsoft.com/office/drawing/2014/main" id="{652ED82A-25E4-41DF-A314-0AAC4F804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591050"/>
            <a:ext cx="685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31" name="矩形 30">
            <a:extLst xmlns:a="http://schemas.openxmlformats.org/drawingml/2006/main">
              <a:ext uri="{FF2B5EF4-FFF2-40B4-BE49-F238E27FC236}">
                <a16:creationId xmlns:a16="http://schemas.microsoft.com/office/drawing/2014/main" id="{495988FD-B535-4B9E-AAF4-44FC8BBB4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457700"/>
            <a:ext cx="7086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23F4C"/>
                </a:solidFill>
              </a:defRPr>
            </a:pPr>
            <a:r>
              <a:rPr sz="975" b="0">
                <a:solidFill>
                  <a:srgbClr val="123F4C"/>
                </a:solidFill>
              </a:rPr>
              <a:t>Fallback suggestion; confirmation required.</a:t>
            </a:r>
            <a:endParaRPr sz="1700" b="0">
              <a:solidFill>
                <a:srgbClr val="193642"/>
              </a:solidFill>
            </a:endParaRPr>
          </a:p>
        </p:txBody>
      </p:sp>
      <p:sp>
        <p:nvSpPr>
          <p:cNvPr id="32" name="直接连接符 31">
            <a:extLst xmlns:a="http://schemas.openxmlformats.org/drawingml/2006/main">
              <a:ext uri="{FF2B5EF4-FFF2-40B4-BE49-F238E27FC236}">
                <a16:creationId xmlns:a16="http://schemas.microsoft.com/office/drawing/2014/main" id="{03E98B5E-2BEF-48D5-8F8A-7EE59F605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72050"/>
            <a:ext cx="10210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33" name="矩形 32">
            <a:extLst xmlns:a="http://schemas.openxmlformats.org/drawingml/2006/main">
              <a:ext uri="{FF2B5EF4-FFF2-40B4-BE49-F238E27FC236}">
                <a16:creationId xmlns:a16="http://schemas.microsoft.com/office/drawing/2014/main" id="{B217CFEE-EAA0-46E2-A58C-F4E8EDA0C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145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POST</a:t>
            </a:r>
            <a:endParaRPr sz="1600" b="1">
              <a:solidFill>
                <a:srgbClr val="147D85"/>
              </a:solidFill>
            </a:endParaRPr>
          </a:p>
        </p:txBody>
      </p:sp>
      <p:sp>
        <p:nvSpPr>
          <p:cNvPr id="34" name="矩形 33">
            <a:extLst xmlns:a="http://schemas.openxmlformats.org/drawingml/2006/main">
              <a:ext uri="{FF2B5EF4-FFF2-40B4-BE49-F238E27FC236}">
                <a16:creationId xmlns:a16="http://schemas.microsoft.com/office/drawing/2014/main" id="{65CB7150-B118-4D92-8171-0BFC6EFEE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4350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/api/sightings</a:t>
            </a:r>
            <a:endParaRPr sz="1800" b="1">
              <a:solidFill>
                <a:srgbClr val="103B4A"/>
              </a:solidFill>
            </a:endParaRPr>
          </a:p>
        </p:txBody>
      </p:sp>
      <p:sp>
        <p:nvSpPr>
          <p:cNvPr id="35" name="直接连接符 34">
            <a:extLst xmlns:a="http://schemas.openxmlformats.org/drawingml/2006/main">
              <a:ext uri="{FF2B5EF4-FFF2-40B4-BE49-F238E27FC236}">
                <a16:creationId xmlns:a16="http://schemas.microsoft.com/office/drawing/2014/main" id="{FC40D61E-E9C7-42E3-B8AC-F9E2923B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257800"/>
            <a:ext cx="685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36" name="矩形 35">
            <a:extLst xmlns:a="http://schemas.openxmlformats.org/drawingml/2006/main">
              <a:ext uri="{FF2B5EF4-FFF2-40B4-BE49-F238E27FC236}">
                <a16:creationId xmlns:a16="http://schemas.microsoft.com/office/drawing/2014/main" id="{28CC9B8D-286C-4E90-B2AB-89F1619A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124450"/>
            <a:ext cx="7086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23F4C"/>
                </a:solidFill>
              </a:defRPr>
            </a:pPr>
            <a:r>
              <a:rPr sz="975" b="0">
                <a:solidFill>
                  <a:srgbClr val="123F4C"/>
                </a:solidFill>
              </a:rPr>
              <a:t>Stores a confirmed sighting.</a:t>
            </a:r>
            <a:endParaRPr sz="1700" b="0">
              <a:solidFill>
                <a:srgbClr val="193642"/>
              </a:solidFill>
            </a:endParaRPr>
          </a:p>
        </p:txBody>
      </p:sp>
      <p:sp>
        <p:nvSpPr>
          <p:cNvPr id="37" name="直接连接符 36">
            <a:extLst xmlns:a="http://schemas.openxmlformats.org/drawingml/2006/main">
              <a:ext uri="{FF2B5EF4-FFF2-40B4-BE49-F238E27FC236}">
                <a16:creationId xmlns:a16="http://schemas.microsoft.com/office/drawing/2014/main" id="{8AA0E50D-B79D-4E91-B723-45F28D6D3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638800"/>
            <a:ext cx="10210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2425343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7236A319-93A9-4F95-B32A-0E32B9311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SECURITY</a:t>
            </a:r>
            <a:endParaRPr sz="1100" b="1">
              <a:solidFill>
                <a:srgbClr val="147D85"/>
              </a:solidFill>
            </a:endParaRPr>
          </a:p>
        </p:txBody>
      </p:sp>
      <p:sp>
        <p:nvSpPr>
          <p:cNvPr id="2" name="slide-16-title">
            <a:extLst xmlns:a="http://schemas.openxmlformats.org/drawingml/2006/main">
              <a:ext uri="{FF2B5EF4-FFF2-40B4-BE49-F238E27FC236}">
                <a16:creationId xmlns:a16="http://schemas.microsoft.com/office/drawing/2014/main" id="{8ED58DCD-63F7-413A-93AA-E66A8597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03B4A"/>
                </a:solidFill>
              </a:defRPr>
            </a:pPr>
            <a:r>
              <a:rPr sz="3000" b="1">
                <a:solidFill>
                  <a:srgbClr val="103B4A"/>
                </a:solidFill>
              </a:rPr>
              <a:t>A careful boundary reduces avoidable risk</a:t>
            </a:r>
            <a:endParaRPr sz="3000" b="1">
              <a:solidFill>
                <a:srgbClr val="103B4A"/>
              </a:solidFill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7566A0CB-F69E-4957-B5F0-3C50C3430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C6B3C08F-5C28-4F0D-9B2A-28B7C1703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3FDC97E-1435-473B-8D18-9EAA89D34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905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TEAM 04 - DIVESAFE MY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15C6FFD2-F5EF-4681-B45D-1742DD7D9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419850"/>
            <a:ext cx="2571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SECURITY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D0C0C89C-C2D1-48EE-8561-FF757D873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19850"/>
            <a:ext cx="1143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16 / 19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3F9CF9CA-E234-42C2-A8CF-B6D4DF75B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574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01</a:t>
            </a:r>
            <a:endParaRPr sz="2800" b="1">
              <a:solidFill>
                <a:srgbClr val="147D85"/>
              </a:solidFill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E490A416-805E-4A88-9806-1FE1C924D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Minimal data</a:t>
            </a:r>
            <a:endParaRPr sz="2400" b="1">
              <a:solidFill>
                <a:srgbClr val="103B4A"/>
              </a:solidFill>
            </a:endParaRPr>
          </a:p>
        </p:txBody>
      </p:sp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91CF4E97-BD37-46D6-987C-079B4D234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14700"/>
            <a:ext cx="30099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D4D3"/>
            </a:solidFill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692DFA6C-5AE5-4CE7-A987-05634D02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30099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23F4C"/>
                </a:solidFill>
              </a:defRPr>
            </a:pPr>
            <a:r>
              <a:rPr sz="1050" b="0">
                <a:solidFill>
                  <a:srgbClr val="123F4C"/>
                </a:solidFill>
              </a:rPr>
              <a:t>No names, contact details, exact sensitive points or secrets.</a:t>
            </a:r>
            <a:endParaRPr sz="1800" b="0">
              <a:solidFill>
                <a:srgbClr val="193642"/>
              </a:solidFill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FB2DEB43-027D-4B53-AA4F-53803B8F0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9908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500" b="1">
                <a:solidFill>
                  <a:srgbClr val="147D85"/>
                </a:solidFill>
              </a:defRPr>
            </a:pPr>
            <a:endParaRPr sz="2500" b="1">
              <a:solidFill>
                <a:srgbClr val="147D85"/>
              </a:solidFill>
            </a:endParaRP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C59CEA7D-29F2-4C98-9337-1A44ACD34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0574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02</a:t>
            </a:r>
            <a:endParaRPr sz="2800" b="1">
              <a:solidFill>
                <a:srgbClr val="147D85"/>
              </a:solidFill>
            </a:endParaRP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D9B88EA0-B85C-43EE-9E27-E922700B4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813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Server validation</a:t>
            </a:r>
            <a:endParaRPr sz="2400" b="1">
              <a:solidFill>
                <a:srgbClr val="103B4A"/>
              </a:solidFill>
            </a:endParaRPr>
          </a:p>
        </p:txBody>
      </p:sp>
      <p:sp>
        <p:nvSpPr>
          <p:cNvPr id="15" name="直接连接符 14">
            <a:extLst xmlns:a="http://schemas.openxmlformats.org/drawingml/2006/main">
              <a:ext uri="{FF2B5EF4-FFF2-40B4-BE49-F238E27FC236}">
                <a16:creationId xmlns:a16="http://schemas.microsoft.com/office/drawing/2014/main" id="{E5B16B5C-2C54-46BC-98D4-B48967BEE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314700"/>
            <a:ext cx="30099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D4D3"/>
            </a:solidFill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BFFBFF66-D22A-4B61-A467-3ECE9127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38550"/>
            <a:ext cx="30099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193642"/>
                </a:solidFill>
              </a:defRPr>
            </a:pPr>
            <a:r>
              <a:rPr sz="1800" b="0">
                <a:solidFill>
                  <a:srgbClr val="193642"/>
                </a:solidFill>
              </a:rPr>
              <a:t>No secrets in the repository; server-side validation and minimal data reduce the prototype risk surface.</a:t>
            </a:r>
            <a:endParaRPr sz="1800" b="0">
              <a:solidFill>
                <a:srgbClr val="193642"/>
              </a:solidFill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CDFB7607-8713-4A11-875C-F7F5A06C2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9908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500" b="1">
                <a:solidFill>
                  <a:srgbClr val="147D85"/>
                </a:solidFill>
              </a:defRPr>
            </a:pPr>
            <a:endParaRPr sz="2500" b="1">
              <a:solidFill>
                <a:srgbClr val="147D85"/>
              </a:solidFill>
            </a:endParaRP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76804B10-3B7A-4A80-821D-648C5F93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574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00" b="1">
                <a:solidFill>
                  <a:srgbClr val="147D85"/>
                </a:solidFill>
              </a:defRPr>
            </a:pPr>
            <a:endParaRPr sz="2800" b="1">
              <a:solidFill>
                <a:srgbClr val="147D85"/>
              </a:solidFill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9FBB6183-2927-4584-AACC-EE88B9853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7813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03B4A"/>
                </a:solidFill>
              </a:defRPr>
            </a:pPr>
            <a:endParaRPr sz="2400" b="1">
              <a:solidFill>
                <a:srgbClr val="103B4A"/>
              </a:solidFill>
            </a:endParaRPr>
          </a:p>
        </p:txBody>
      </p:sp>
      <p:sp>
        <p:nvSpPr>
          <p:cNvPr id="20" name="直接连接符 19">
            <a:extLst xmlns:a="http://schemas.openxmlformats.org/drawingml/2006/main">
              <a:ext uri="{FF2B5EF4-FFF2-40B4-BE49-F238E27FC236}">
                <a16:creationId xmlns:a16="http://schemas.microsoft.com/office/drawing/2014/main" id="{5710D0DC-67ED-4F43-A5C4-74092C53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314700"/>
            <a:ext cx="30099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D4D3"/>
            </a:solidFill>
            <a:prstDash val="solid"/>
          </a:ln>
        </p:spPr>
        <p:txBody>
          <a:bodyPr xmlns:a="http://schemas.openxmlformats.org/drawingml/2006/main" wrap="square" anchor="ctr">
            <a:normAutofit fontScale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>
                <a:solidFill>
                  <a:srgbClr val="123F4C"/>
                </a:solidFill>
              </a:defRPr>
            </a:pPr>
            <a:r>
              <a:rPr sz="975">
                <a:solidFill>
                  <a:srgbClr val="123F4C"/>
                </a:solidFill>
              </a:rPr>
              <a:t>No external provider by default.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D13578E2-85C7-4382-B609-C83F2D049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638550"/>
            <a:ext cx="30099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23F4C"/>
                </a:solidFill>
              </a:defRPr>
            </a:pPr>
            <a:r>
              <a:rPr sz="1050" b="0">
                <a:solidFill>
                  <a:srgbClr val="123F4C"/>
                </a:solidFill>
              </a:rPr>
              <a:t>The API checks supported IDs and stores only the confirmed fields.</a:t>
            </a:r>
            <a:endParaRPr sz="1800" b="0">
              <a:solidFill>
                <a:srgbClr val="193642"/>
              </a:solidFill>
            </a:endParaRPr>
          </a:p>
        </p:txBody>
      </p:sp>
      <p:sp>
        <p:nvSpPr>
          <p:cNvPr id="22" name="圆角矩形 21">
            <a:extLst xmlns:a="http://schemas.openxmlformats.org/drawingml/2006/main">
              <a:ext uri="{FF2B5EF4-FFF2-40B4-BE49-F238E27FC236}">
                <a16:creationId xmlns:a16="http://schemas.microsoft.com/office/drawing/2014/main" id="{FB9BAB26-A786-451C-B034-331EBCDF4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181600"/>
            <a:ext cx="81534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A9DDD8"/>
            </a:solidFill>
            <a:prstDash val="solid"/>
          </a:ln>
        </p:spPr>
        <p:txBody>
          <a:bodyPr xmlns:a="http://schemas.openxmlformats.org/drawingml/2006/main" wrap="square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123F4C"/>
                </a:solidFill>
              </a:defRPr>
            </a:pPr>
            <a:r>
              <a:rPr sz="1050">
                <a:solidFill>
                  <a:srgbClr val="123F4C"/>
                </a:solidFill>
              </a:rPr>
              <a:t/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C80A01AC-31AA-4178-9658-9AF4C9516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334000"/>
            <a:ext cx="7581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23F4C"/>
                </a:solidFill>
              </a:defRPr>
            </a:pPr>
            <a:r>
              <a:rPr sz="900" b="1">
                <a:solidFill>
                  <a:srgbClr val="123F4C"/>
                </a:solidFill>
              </a:rPr>
              <a:t>Public / synthetic data only; no enforcement or safety clearance is claimed.</a:t>
            </a:r>
            <a:endParaRPr sz="1800" b="1">
              <a:solidFill>
                <a:srgbClr val="103B4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73560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28F00C50-1F62-4F66-918A-CF9ADB0B6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ROADMAP</a:t>
            </a:r>
            <a:endParaRPr sz="1100" b="1">
              <a:solidFill>
                <a:srgbClr val="147D85"/>
              </a:solidFill>
            </a:endParaRPr>
          </a:p>
        </p:txBody>
      </p:sp>
      <p:sp>
        <p:nvSpPr>
          <p:cNvPr id="2" name="slide-17-title">
            <a:extLst xmlns:a="http://schemas.openxmlformats.org/drawingml/2006/main">
              <a:ext uri="{FF2B5EF4-FFF2-40B4-BE49-F238E27FC236}">
                <a16:creationId xmlns:a16="http://schemas.microsoft.com/office/drawing/2014/main" id="{97676068-40C9-4691-A30B-A894D8B27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03B4A"/>
                </a:solidFill>
              </a:defRPr>
            </a:pPr>
            <a:r>
              <a:rPr sz="3000" b="1">
                <a:solidFill>
                  <a:srgbClr val="103B4A"/>
                </a:solidFill>
              </a:rPr>
              <a:t>Validate the learning flow before adding intelligence</a:t>
            </a:r>
            <a:endParaRPr sz="3000" b="1">
              <a:solidFill>
                <a:srgbClr val="103B4A"/>
              </a:solidFill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2E6103F8-6B84-4735-9B07-FC290F671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AC96A0F1-3F6C-4106-AB13-B28592298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265E4CB6-ED26-45FE-9674-3BD0A07E9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905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TEAM 04 - DIVESAFE MY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8F92B284-649F-4A8F-A979-F3C201827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419850"/>
            <a:ext cx="2571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ROADMAP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BDB224E3-3001-42B5-B13C-824D0341D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19850"/>
            <a:ext cx="1143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17 / 19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54898EBD-8949-4D22-B04D-E11400B87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5562600" cy="377190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A9DDD8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E4D9A986-87CC-456F-8C8C-D97B521C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5416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Three iterations</a:t>
            </a:r>
            <a:endParaRPr sz="1100" b="1">
              <a:solidFill>
                <a:srgbClr val="147D85"/>
              </a:solidFill>
            </a:endParaRPr>
          </a:p>
        </p:txBody>
      </p:sp>
      <p:sp>
        <p:nvSpPr>
          <p:cNvPr id="10" name="圆角矩形 9">
            <a:extLst xmlns:a="http://schemas.openxmlformats.org/drawingml/2006/main">
              <a:ext uri="{FF2B5EF4-FFF2-40B4-BE49-F238E27FC236}">
                <a16:creationId xmlns:a16="http://schemas.microsoft.com/office/drawing/2014/main" id="{152AD5CB-8DDE-4E93-96FB-DC49AA67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09F98A81-A989-4A5E-AC92-CFD41758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FFFF"/>
                </a:solidFill>
              </a:defRPr>
            </a:pPr>
            <a:endParaRPr sz="1500" b="1">
              <a:solidFill>
                <a:srgbClr val="FFFFFF"/>
              </a:solidFill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5732F2A2-9E62-49FD-BFAC-7E719617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479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I1  Prepare &amp; Explore</a:t>
            </a:r>
            <a:endParaRPr sz="1900" b="1">
              <a:solidFill>
                <a:srgbClr val="103B4A"/>
              </a:solidFill>
            </a:endParaRPr>
          </a:p>
        </p:txBody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5CDC8C38-B3D6-44E7-A3CE-F0FD0FABB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71800"/>
            <a:ext cx="95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DE5B25CF-10AA-4E3C-95D0-32958631D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94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FF821D8A-2EA1-4F9D-BDF1-9524E0919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FFFF"/>
                </a:solidFill>
              </a:defRPr>
            </a:pPr>
            <a:endParaRPr sz="1500" b="1">
              <a:solidFill>
                <a:srgbClr val="FFFFFF"/>
              </a:solidFill>
            </a:endParaRP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D60312E-237D-42FF-97EF-F1DD8CB31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956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I2  Identify &amp; Contribute</a:t>
            </a:r>
            <a:endParaRPr sz="1900" b="1">
              <a:solidFill>
                <a:srgbClr val="103B4A"/>
              </a:solidFill>
            </a:endParaRPr>
          </a:p>
        </p:txBody>
      </p:sp>
      <p:sp>
        <p:nvSpPr>
          <p:cNvPr id="17" name="直接连接符 16">
            <a:extLst xmlns:a="http://schemas.openxmlformats.org/drawingml/2006/main">
              <a:ext uri="{FF2B5EF4-FFF2-40B4-BE49-F238E27FC236}">
                <a16:creationId xmlns:a16="http://schemas.microsoft.com/office/drawing/2014/main" id="{CE8A0C75-A7C9-43AF-A16D-AFAA04CC7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19500"/>
            <a:ext cx="95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18" name="圆角矩形 17">
            <a:extLst xmlns:a="http://schemas.openxmlformats.org/drawingml/2006/main">
              <a:ext uri="{FF2B5EF4-FFF2-40B4-BE49-F238E27FC236}">
                <a16:creationId xmlns:a16="http://schemas.microsoft.com/office/drawing/2014/main" id="{181F7A52-8F4D-4437-AD21-BCC1D6F07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671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3B4A"/>
          </a:solidFill>
          <a:ln xmlns:a="http://schemas.openxmlformats.org/drawingml/2006/main" w="11430">
            <a:solidFill>
              <a:srgbClr val="103B4A"/>
            </a:solidFill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2517AF45-0D6F-40AE-BA15-7D8F81BE9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433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FFFF"/>
                </a:solidFill>
              </a:defRPr>
            </a:pPr>
            <a:endParaRPr sz="1500" b="1">
              <a:solidFill>
                <a:srgbClr val="FFFFFF"/>
              </a:solidFill>
            </a:endParaRP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3F8A03DF-AA95-493E-B46C-A02D6250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433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I3  Learn &amp; Connect</a:t>
            </a:r>
            <a:endParaRPr sz="1900" b="1">
              <a:solidFill>
                <a:srgbClr val="103B4A"/>
              </a:solidFill>
            </a:endParaRPr>
          </a:p>
        </p:txBody>
      </p:sp>
      <p:sp>
        <p:nvSpPr>
          <p:cNvPr id="21" name="直接连接符 20">
            <a:extLst xmlns:a="http://schemas.openxmlformats.org/drawingml/2006/main">
              <a:ext uri="{FF2B5EF4-FFF2-40B4-BE49-F238E27FC236}">
                <a16:creationId xmlns:a16="http://schemas.microsoft.com/office/drawing/2014/main" id="{C61FB6C0-FE37-447C-AA00-E955F8DAC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267200"/>
            <a:ext cx="95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22" name="圆角矩形 21">
            <a:extLst xmlns:a="http://schemas.openxmlformats.org/drawingml/2006/main">
              <a:ext uri="{FF2B5EF4-FFF2-40B4-BE49-F238E27FC236}">
                <a16:creationId xmlns:a16="http://schemas.microsoft.com/office/drawing/2014/main" id="{8A4B7DFB-106E-4191-A2CA-67A27B524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148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000185CA-F720-4004-99E7-007B0B02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910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FFFF"/>
                </a:solidFill>
              </a:defRPr>
            </a:pPr>
            <a:endParaRPr sz="1500" b="1">
              <a:solidFill>
                <a:srgbClr val="FFFFFF"/>
              </a:solidFill>
            </a:endParaRP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E5BBB755-28B2-4FD2-A4C9-140231556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910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23F4C"/>
                </a:solidFill>
              </a:defRPr>
            </a:pPr>
            <a:r>
              <a:rPr sz="1125" b="1">
                <a:solidFill>
                  <a:srgbClr val="123F4C"/>
                </a:solidFill>
              </a:rPr>
              <a:t>Future work stays labelled as future work.</a:t>
            </a:r>
            <a:endParaRPr sz="1900" b="1">
              <a:solidFill>
                <a:srgbClr val="103B4A"/>
              </a:solidFill>
            </a:endParaRP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38CEF37D-3C9B-4BE1-B084-7A2206459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9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23F4C"/>
                </a:solidFill>
              </a:defRPr>
            </a:pPr>
            <a:r>
              <a:rPr sz="1125" b="1">
                <a:solidFill>
                  <a:srgbClr val="123F4C"/>
                </a:solidFill>
              </a:rPr>
              <a:t>Test with divers before adding more automation.</a:t>
            </a:r>
            <a:endParaRPr sz="1600" b="1">
              <a:solidFill>
                <a:srgbClr val="147D85"/>
              </a:solidFill>
            </a:endParaRP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F4C7CBE2-86E6-46F8-A064-CD962AF7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9431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147D85"/>
                </a:solidFill>
              </a:defRPr>
            </a:pPr>
            <a:endParaRPr sz="1100" b="1">
              <a:solidFill>
                <a:srgbClr val="147D85"/>
              </a:solidFill>
            </a:endParaRPr>
          </a:p>
        </p:txBody>
      </p:sp>
      <p:sp>
        <p:nvSpPr>
          <p:cNvPr id="27" name="圆角矩形 26">
            <a:extLst xmlns:a="http://schemas.openxmlformats.org/drawingml/2006/main">
              <a:ext uri="{FF2B5EF4-FFF2-40B4-BE49-F238E27FC236}">
                <a16:creationId xmlns:a16="http://schemas.microsoft.com/office/drawing/2014/main" id="{5FA55A16-0139-4017-8B13-83A26486F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466975"/>
            <a:ext cx="123825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1C9E9529-5441-4C22-AA36-84EA64B1E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00300"/>
            <a:ext cx="411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00" b="1">
                <a:solidFill>
                  <a:srgbClr val="193642"/>
                </a:solidFill>
              </a:defRPr>
            </a:pPr>
            <a:endParaRPr sz="1900" b="1">
              <a:solidFill>
                <a:srgbClr val="193642"/>
              </a:solidFill>
            </a:endParaRPr>
          </a:p>
        </p:txBody>
      </p:sp>
      <p:sp>
        <p:nvSpPr>
          <p:cNvPr id="29" name="圆角矩形 28">
            <a:extLst xmlns:a="http://schemas.openxmlformats.org/drawingml/2006/main">
              <a:ext uri="{FF2B5EF4-FFF2-40B4-BE49-F238E27FC236}">
                <a16:creationId xmlns:a16="http://schemas.microsoft.com/office/drawing/2014/main" id="{9DA51FA3-2281-42EF-A799-CF0C5239E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171825"/>
            <a:ext cx="123825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F6771288-E27E-48F5-B520-FC614043B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411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00" b="1">
                <a:solidFill>
                  <a:srgbClr val="193642"/>
                </a:solidFill>
              </a:defRPr>
            </a:pPr>
            <a:endParaRPr sz="1900" b="1">
              <a:solidFill>
                <a:srgbClr val="193642"/>
              </a:solidFill>
            </a:endParaRPr>
          </a:p>
        </p:txBody>
      </p:sp>
      <p:sp>
        <p:nvSpPr>
          <p:cNvPr id="31" name="圆角矩形 30">
            <a:extLst xmlns:a="http://schemas.openxmlformats.org/drawingml/2006/main">
              <a:ext uri="{FF2B5EF4-FFF2-40B4-BE49-F238E27FC236}">
                <a16:creationId xmlns:a16="http://schemas.microsoft.com/office/drawing/2014/main" id="{94548FCE-2B6D-43BF-B12B-7A94FF16D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914775"/>
            <a:ext cx="123825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32" name="矩形 31">
            <a:extLst xmlns:a="http://schemas.openxmlformats.org/drawingml/2006/main">
              <a:ext uri="{FF2B5EF4-FFF2-40B4-BE49-F238E27FC236}">
                <a16:creationId xmlns:a16="http://schemas.microsoft.com/office/drawing/2014/main" id="{65B73E19-7372-4F16-87D0-DEAD4CDC5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848100"/>
            <a:ext cx="411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00" b="1">
                <a:solidFill>
                  <a:srgbClr val="193642"/>
                </a:solidFill>
              </a:defRPr>
            </a:pPr>
            <a:endParaRPr sz="1900" b="1">
              <a:solidFill>
                <a:srgbClr val="193642"/>
              </a:solidFill>
            </a:endParaRPr>
          </a:p>
        </p:txBody>
      </p:sp>
      <p:sp>
        <p:nvSpPr>
          <p:cNvPr id="33" name="圆角矩形 32">
            <a:extLst xmlns:a="http://schemas.openxmlformats.org/drawingml/2006/main">
              <a:ext uri="{FF2B5EF4-FFF2-40B4-BE49-F238E27FC236}">
                <a16:creationId xmlns:a16="http://schemas.microsoft.com/office/drawing/2014/main" id="{F890D1CF-E11D-4369-A270-AA224014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619625"/>
            <a:ext cx="123825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34" name="矩形 33">
            <a:extLst xmlns:a="http://schemas.openxmlformats.org/drawingml/2006/main">
              <a:ext uri="{FF2B5EF4-FFF2-40B4-BE49-F238E27FC236}">
                <a16:creationId xmlns:a16="http://schemas.microsoft.com/office/drawing/2014/main" id="{5B342E2E-6B03-496C-A5E5-389FF3835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552950"/>
            <a:ext cx="4114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00" b="1">
                <a:solidFill>
                  <a:srgbClr val="193642"/>
                </a:solidFill>
              </a:defRPr>
            </a:pPr>
            <a:r>
              <a:rPr sz="1900" b="1">
                <a:solidFill>
                  <a:srgbClr val="193642"/>
                </a:solidFill>
              </a:rPr>
              <a:t>Next: peer usability testing. Later: evaluate consent, confidence and provider controls before any recognition integration.</a:t>
            </a:r>
            <a:endParaRPr sz="1900" b="1">
              <a:solidFill>
                <a:srgbClr val="1936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000800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79DFC434-9030-488F-ADAB-BDAF92BD5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REFERENCES</a:t>
            </a:r>
            <a:endParaRPr sz="1100" b="1">
              <a:solidFill>
                <a:srgbClr val="147D85"/>
              </a:solidFill>
            </a:endParaRPr>
          </a:p>
        </p:txBody>
      </p:sp>
      <p:sp>
        <p:nvSpPr>
          <p:cNvPr id="2" name="slide-18-title">
            <a:extLst xmlns:a="http://schemas.openxmlformats.org/drawingml/2006/main">
              <a:ext uri="{FF2B5EF4-FFF2-40B4-BE49-F238E27FC236}">
                <a16:creationId xmlns:a16="http://schemas.microsoft.com/office/drawing/2014/main" id="{B5268636-5B71-4DF4-A4C6-2DDE5D606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03B4A"/>
                </a:solidFill>
              </a:defRPr>
            </a:pPr>
            <a:r>
              <a:rPr sz="3000" b="1">
                <a:solidFill>
                  <a:srgbClr val="103B4A"/>
                </a:solidFill>
              </a:rPr>
              <a:t>Sources and limits stay visible to the audience</a:t>
            </a:r>
            <a:endParaRPr sz="3000" b="1">
              <a:solidFill>
                <a:srgbClr val="103B4A"/>
              </a:solidFill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949444FF-A187-44F1-BC76-F7AE0C1A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12960B5B-30FE-4433-8714-5EE4BF4DB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C925899C-BE10-4B66-B523-C2E47533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905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TEAM 04 - DIVESAFE MY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842361FA-A578-4241-8DB1-646B1AF1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419850"/>
            <a:ext cx="2571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REFERENCES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7884386B-7D2C-41B8-AA34-3F1AE783E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19850"/>
            <a:ext cx="1143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8519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>
                <a:solidFill>
                  <a:srgbClr val="123F4C"/>
                </a:solidFill>
              </a:defRPr>
            </a:pPr>
            <a:r>
              <a:rPr sz="675" b="1">
                <a:solidFill>
                  <a:srgbClr val="123F4C"/>
                </a:solidFill>
              </a:rPr>
              <a:t>18 / 19</a:t>
            </a:r>
            <a:endParaRPr sz="900" b="1">
              <a:solidFill>
                <a:srgbClr val="5E747C"/>
              </a:solidFill>
            </a:endParaRP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37393CE2-60A4-4705-8B4B-6D6BCFEA7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5416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PUBLIC SOURCES</a:t>
            </a:r>
            <a:endParaRPr sz="1100" b="1">
              <a:solidFill>
                <a:srgbClr val="147D85"/>
              </a:solidFill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4F2CEA3B-FDC3-42D4-A3BF-CA94C83E7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OBIS</a:t>
            </a:r>
            <a:endParaRPr sz="1600" b="1">
              <a:solidFill>
                <a:srgbClr val="147D85"/>
              </a:solidFill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5D515444-5F7D-4988-A706-135405F0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0980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23F4C"/>
                </a:solidFill>
              </a:defRPr>
            </a:pPr>
            <a:r>
              <a:rPr sz="1050" b="1">
                <a:solidFill>
                  <a:srgbClr val="123F4C"/>
                </a:solidFill>
              </a:rPr>
              <a:t>Ocean Biodiversity Information System</a:t>
            </a:r>
            <a:endParaRPr sz="1800" b="1">
              <a:solidFill>
                <a:srgbClr val="103B4A"/>
              </a:solidFill>
            </a:endParaRPr>
          </a:p>
          <a:p xmlns:a="http://schemas.openxmlformats.org/drawingml/2006/main">
            <a:pPr algn="l">
              <a:buNone/>
              <a:defRPr sz="1050" b="1">
                <a:solidFill>
                  <a:srgbClr val="123F4C"/>
                </a:solidFill>
              </a:defRPr>
            </a:pPr>
            <a:r>
              <a:rPr sz="1050" b="1">
                <a:solidFill>
                  <a:srgbClr val="123F4C"/>
                </a:solidFill>
              </a:rPr>
              <a:t>Public context, retrieved for the prototype</a:t>
            </a:r>
            <a:endParaRPr sz="1800" b="1">
              <a:solidFill>
                <a:srgbClr val="103B4A"/>
              </a:solidFill>
            </a:endParaRP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9F3364E6-95F9-416C-878B-B7D718D5E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375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MAP SOURCE</a:t>
            </a:r>
            <a:endParaRPr sz="1600" b="1">
              <a:solidFill>
                <a:srgbClr val="147D85"/>
              </a:solidFill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70EEC250-E7F2-474B-B7EC-D4EFB0D91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028950"/>
            <a:ext cx="4476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23F4C"/>
                </a:solidFill>
              </a:defRPr>
            </a:pPr>
            <a:r>
              <a:rPr sz="1125" b="1">
                <a:solidFill>
                  <a:srgbClr val="123F4C"/>
                </a:solidFill>
              </a:rPr>
              <a:t>OpenStreetMap</a:t>
            </a:r>
            <a:endParaRPr sz="1600" b="1">
              <a:solidFill>
                <a:srgbClr val="103B4A"/>
              </a:solidFill>
            </a:endParaRPr>
          </a:p>
          <a:p xmlns:a="http://schemas.openxmlformats.org/drawingml/2006/main">
            <a:pPr algn="l">
              <a:buNone/>
              <a:defRPr sz="1125" b="1">
                <a:solidFill>
                  <a:srgbClr val="123F4C"/>
                </a:solidFill>
              </a:defRPr>
            </a:pPr>
            <a:r>
              <a:rPr sz="1125" b="1">
                <a:solidFill>
                  <a:srgbClr val="123F4C"/>
                </a:solidFill>
              </a:rPr>
              <a:t>Base map only; not a marine safety chart</a:t>
            </a:r>
            <a:endParaRPr sz="1600" b="1">
              <a:solidFill>
                <a:srgbClr val="103B4A"/>
              </a:solidFill>
            </a:endParaRP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2E52ECC-6107-4EDB-A791-3A6EA0B03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5416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PROJECT RECORDS</a:t>
            </a:r>
            <a:endParaRPr sz="1100" b="1">
              <a:solidFill>
                <a:srgbClr val="147D85"/>
              </a:solidFill>
            </a:endParaRP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3024A4E9-84A4-4881-BE67-0E4F9B32D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5238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23F4C"/>
                </a:solidFill>
              </a:defRPr>
            </a:pPr>
            <a:r>
              <a:rPr sz="1050" b="0">
                <a:solidFill>
                  <a:srgbClr val="123F4C"/>
                </a:solidFill>
              </a:rPr>
              <a:t>API, scope, data plan and security notes</a:t>
            </a:r>
            <a:endParaRPr sz="1400" b="0">
              <a:solidFill>
                <a:srgbClr val="193642"/>
              </a:solidFill>
            </a:endParaRPr>
          </a:p>
          <a:p xmlns:a="http://schemas.openxmlformats.org/drawingml/2006/main">
            <a:pPr algn="l">
              <a:buNone/>
              <a:defRPr sz="1050" b="0">
                <a:solidFill>
                  <a:srgbClr val="123F4C"/>
                </a:solidFill>
              </a:defRPr>
            </a:pPr>
            <a:r>
              <a:rPr sz="1050" b="0">
                <a:solidFill>
                  <a:srgbClr val="123F4C"/>
                </a:solidFill>
              </a:rPr>
              <a:t>Stored with the project files</a:t>
            </a:r>
            <a:endParaRPr sz="1400" b="0">
              <a:solidFill>
                <a:srgbClr val="193642"/>
              </a:solidFill>
            </a:endParaRPr>
          </a:p>
        </p:txBody>
      </p:sp>
      <p:sp>
        <p:nvSpPr>
          <p:cNvPr id="15" name="圆角矩形 14">
            <a:extLst xmlns:a="http://schemas.openxmlformats.org/drawingml/2006/main">
              <a:ext uri="{FF2B5EF4-FFF2-40B4-BE49-F238E27FC236}">
                <a16:creationId xmlns:a16="http://schemas.microsoft.com/office/drawing/2014/main" id="{BA830677-554C-475A-A253-AD7B8668E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28800"/>
            <a:ext cx="5238750" cy="348615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A87DA2F0-1C9C-4F16-B6A1-DAF912F77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1145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147D85"/>
                </a:solidFill>
              </a:defRPr>
            </a:pPr>
            <a:endParaRPr sz="1100" b="1">
              <a:solidFill>
                <a:srgbClr val="147D85"/>
              </a:solidFill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7692240B-FB57-4AF9-8222-C854CAA37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336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LIMITS</a:t>
            </a:r>
            <a:endParaRPr sz="1800" b="1">
              <a:solidFill>
                <a:srgbClr val="103B4A"/>
              </a:solidFill>
            </a:endParaRP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277787AB-422A-4D92-9E05-1A1C9EB6F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495550"/>
            <a:ext cx="2800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23F4C"/>
                </a:solidFill>
              </a:defRPr>
            </a:pPr>
            <a:r>
              <a:rPr sz="1050" b="1">
                <a:solidFill>
                  <a:srgbClr val="123F4C"/>
                </a:solidFill>
              </a:rPr>
              <a:t>Public context only.</a:t>
            </a:r>
            <a:endParaRPr sz="1700" b="1">
              <a:solidFill>
                <a:srgbClr val="193642"/>
              </a:solidFill>
            </a:endParaRPr>
          </a:p>
          <a:p xmlns:a="http://schemas.openxmlformats.org/drawingml/2006/main">
            <a:pPr algn="l">
              <a:buNone/>
              <a:defRPr sz="1050" b="1">
                <a:solidFill>
                  <a:srgbClr val="123F4C"/>
                </a:solidFill>
              </a:defRPr>
            </a:pPr>
            <a:r>
              <a:rPr sz="1050" b="1">
                <a:solidFill>
                  <a:srgbClr val="123F4C"/>
                </a:solidFill>
              </a:rPr>
              <a:t>Project notes keep sources and limits visible.</a:t>
            </a:r>
            <a:endParaRPr sz="1700" b="1">
              <a:solidFill>
                <a:srgbClr val="193642"/>
              </a:solidFill>
            </a:endParaRPr>
          </a:p>
        </p:txBody>
      </p:sp>
      <p:sp>
        <p:nvSpPr>
          <p:cNvPr id="19" name="直接连接符 18">
            <a:extLst xmlns:a="http://schemas.openxmlformats.org/drawingml/2006/main">
              <a:ext uri="{FF2B5EF4-FFF2-40B4-BE49-F238E27FC236}">
                <a16:creationId xmlns:a16="http://schemas.microsoft.com/office/drawing/2014/main" id="{55ECCCE7-9FAC-4728-9F2A-30E86714D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29000"/>
            <a:ext cx="45339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067EAA4-7566-49D9-A882-859A24B26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385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Source labels</a:t>
            </a:r>
            <a:endParaRPr sz="1800" b="1">
              <a:solidFill>
                <a:srgbClr val="103B4A"/>
              </a:solidFill>
            </a:endParaRP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BAE2CB80-B0EC-4294-833B-43B481597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00450"/>
            <a:ext cx="2800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23F4C"/>
                </a:solidFill>
              </a:defRPr>
            </a:pPr>
            <a:r>
              <a:rPr sz="1050" b="1">
                <a:solidFill>
                  <a:srgbClr val="123F4C"/>
                </a:solidFill>
              </a:rPr>
              <a:t>The project records what is public, approximate and still a demo.</a:t>
            </a:r>
            <a:endParaRPr sz="1700" b="1">
              <a:solidFill>
                <a:srgbClr val="193642"/>
              </a:solidFill>
            </a:endParaRPr>
          </a:p>
        </p:txBody>
      </p:sp>
      <p:sp>
        <p:nvSpPr>
          <p:cNvPr id="22" name="直接连接符 21">
            <a:extLst xmlns:a="http://schemas.openxmlformats.org/drawingml/2006/main">
              <a:ext uri="{FF2B5EF4-FFF2-40B4-BE49-F238E27FC236}">
                <a16:creationId xmlns:a16="http://schemas.microsoft.com/office/drawing/2014/main" id="{A8994CDD-3B55-4157-925C-C0EE36308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305300"/>
            <a:ext cx="45339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CFB12B45-0A48-478D-ACB9-8C91C274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5148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No live model claim</a:t>
            </a:r>
            <a:endParaRPr sz="1800" b="1">
              <a:solidFill>
                <a:srgbClr val="103B4A"/>
              </a:solidFill>
            </a:endParaRP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D799D420-54FC-4DF0-8AA8-E924624B7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419600"/>
            <a:ext cx="2800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23F4C"/>
                </a:solidFill>
              </a:defRPr>
            </a:pPr>
            <a:r>
              <a:rPr sz="1125" b="1">
                <a:solidFill>
                  <a:srgbClr val="123F4C"/>
                </a:solidFill>
              </a:rPr>
              <a:t>Recognition remains a fallback until a provider is tested.</a:t>
            </a:r>
            <a:endParaRPr sz="1300" b="1">
              <a:solidFill>
                <a:srgbClr val="193642"/>
              </a:solidFill>
            </a:endParaRPr>
          </a:p>
        </p:txBody>
      </p:sp>
      <p:sp>
        <p:nvSpPr>
          <p:cNvPr id="25" name="圆角矩形 24">
            <a:extLst xmlns:a="http://schemas.openxmlformats.org/drawingml/2006/main">
              <a:ext uri="{FF2B5EF4-FFF2-40B4-BE49-F238E27FC236}">
                <a16:creationId xmlns:a16="http://schemas.microsoft.com/office/drawing/2014/main" id="{161F8856-8B25-4EB0-90E9-3A909A619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5429250"/>
            <a:ext cx="71247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CA38F"/>
          </a:solidFill>
          <a:ln xmlns:a="http://schemas.openxmlformats.org/drawingml/2006/main" w="11430">
            <a:solidFill>
              <a:srgbClr val="ECA38F"/>
            </a:solidFill>
            <a:prstDash val="solid"/>
          </a:ln>
        </p:spPr>
        <p:txBody>
          <a:bodyPr xmlns:a="http://schemas.openxmlformats.org/drawingml/2006/main" wrap="square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123F4C"/>
                </a:solidFill>
              </a:defRPr>
            </a:pPr>
            <a:r>
              <a:rPr sz="1200">
                <a:solidFill>
                  <a:srgbClr val="123F4C"/>
                </a:solidFill>
              </a:rPr>
              <a:t/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A68EC50C-C733-47F9-9F07-27773573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524500"/>
            <a:ext cx="662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23F4C"/>
                </a:solidFill>
              </a:defRPr>
            </a:pPr>
            <a:r>
              <a:rPr sz="900" b="1">
                <a:solidFill>
                  <a:srgbClr val="123F4C"/>
                </a:solidFill>
              </a:rPr>
              <a:t>Questions and discussion</a:t>
            </a:r>
            <a:endParaRPr sz="1400" b="1">
              <a:solidFill>
                <a:srgbClr val="103B4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931882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03B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0DBF7889-F1FD-46C1-8213-DF77E81B6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466850"/>
            <a:ext cx="5715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5200" b="1">
                <a:solidFill>
                  <a:srgbClr val="FFFFFF"/>
                </a:solidFill>
              </a:defRPr>
            </a:pPr>
            <a:r>
              <a:rPr sz="5200" b="1">
                <a:solidFill>
                  <a:srgbClr val="FFFFFF"/>
                </a:solidFill>
              </a:rPr>
              <a:t>QUESTIONS</a:t>
            </a:r>
            <a:endParaRPr sz="5200" b="1">
              <a:solidFill>
                <a:srgbClr val="FFFFFF"/>
              </a:solidFill>
            </a:endParaRP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F516796D-C837-423D-8C63-56CED91B0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41935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4FBFA"/>
                </a:solidFill>
              </a:defRPr>
            </a:pPr>
            <a:r>
              <a:rPr sz="1200" b="1">
                <a:solidFill>
                  <a:srgbClr val="F4FBFA"/>
                </a:solidFill>
              </a:rPr>
              <a:t>Thank you</a:t>
            </a:r>
            <a:endParaRPr sz="2400" b="1">
              <a:solidFill>
                <a:srgbClr val="A9DDD8"/>
              </a:solidFill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C4DAB24-A897-44DA-A18E-858F1A339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257550"/>
            <a:ext cx="5334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00" b="0">
                <a:solidFill>
                  <a:srgbClr val="FFFFFF"/>
                </a:solidFill>
              </a:defRPr>
            </a:pPr>
            <a:r>
              <a:rPr sz="2200" b="0">
                <a:solidFill>
                  <a:srgbClr val="FFFFFF"/>
                </a:solidFill>
              </a:rPr>
              <a:t>DiveSafe is an educational prototype: prepare carefully, observe respectfully and keep its limits visible.</a:t>
            </a:r>
            <a:endParaRPr sz="2200" b="0">
              <a:solidFill>
                <a:srgbClr val="FFFFFF"/>
              </a:solidFill>
            </a:endParaRPr>
          </a:p>
        </p:txBody>
      </p:sp>
      <p:sp>
        <p:nvSpPr>
          <p:cNvPr id="4" name="圆角矩形 3">
            <a:extLst xmlns:a="http://schemas.openxmlformats.org/drawingml/2006/main">
              <a:ext uri="{FF2B5EF4-FFF2-40B4-BE49-F238E27FC236}">
                <a16:creationId xmlns:a16="http://schemas.microsoft.com/office/drawing/2014/main" id="{4CEEF4D6-0F8D-49D6-8721-8B9CDE907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257300"/>
            <a:ext cx="3105150" cy="3714750"/>
          </a:xfrm>
          <a:prstGeom xmlns:a="http://schemas.openxmlformats.org/drawingml/2006/main" prst="roundRect">
            <a:avLst>
              <a:gd name="adj" fmla="val 3681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A9DDD8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12F223F6-588D-4ECD-ACB6-998D34F6C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7526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01</a:t>
            </a:r>
            <a:endParaRPr sz="1500" b="1">
              <a:solidFill>
                <a:srgbClr val="147D85"/>
              </a:solidFill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B65278AE-E748-43B7-98F2-D7ED32B65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7240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23F4C"/>
                </a:solidFill>
              </a:defRPr>
            </a:pPr>
            <a:r>
              <a:rPr sz="1350" b="1">
                <a:solidFill>
                  <a:srgbClr val="123F4C"/>
                </a:solidFill>
              </a:rPr>
              <a:t>Questions</a:t>
            </a:r>
            <a:endParaRPr sz="1900" b="1">
              <a:solidFill>
                <a:srgbClr val="103B4A"/>
              </a:solidFill>
            </a:endParaRPr>
          </a:p>
        </p:txBody>
      </p:sp>
      <p:sp>
        <p:nvSpPr>
          <p:cNvPr id="7" name="直接连接符 6">
            <a:extLst xmlns:a="http://schemas.openxmlformats.org/drawingml/2006/main">
              <a:ext uri="{FF2B5EF4-FFF2-40B4-BE49-F238E27FC236}">
                <a16:creationId xmlns:a16="http://schemas.microsoft.com/office/drawing/2014/main" id="{9A64DD6A-FC77-4B09-AC5E-29E13A5D0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76450"/>
            <a:ext cx="9525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052BEEA-7C64-4147-A444-94175873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4384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02</a:t>
            </a:r>
            <a:endParaRPr sz="1500" b="1">
              <a:solidFill>
                <a:srgbClr val="147D85"/>
              </a:solidFill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0269262-294D-4097-A223-011CF1851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4098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149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How are areas kept approximate?</a:t>
            </a:r>
            <a:endParaRPr sz="1900" b="1">
              <a:solidFill>
                <a:srgbClr val="103B4A"/>
              </a:solidFill>
            </a:endParaRPr>
          </a:p>
        </p:txBody>
      </p:sp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DE20C912-F44B-4346-9416-FBFA70D23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62250"/>
            <a:ext cx="9525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E1F691E1-9B3F-41E5-8E54-E689BF369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1242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03</a:t>
            </a:r>
            <a:endParaRPr sz="1500" b="1">
              <a:solidFill>
                <a:srgbClr val="147D85"/>
              </a:solidFill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E8635354-8802-4571-A679-DADF9DB7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956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428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Why is recognition only a demo?</a:t>
            </a:r>
            <a:endParaRPr sz="1900" b="1">
              <a:solidFill>
                <a:srgbClr val="103B4A"/>
              </a:solidFill>
            </a:endParaRPr>
          </a:p>
        </p:txBody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50F18F27-7BEF-4039-A427-2C2276499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448050"/>
            <a:ext cx="9525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EF8ABE93-7004-48BD-9BB1-EDE7459D2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100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04</a:t>
            </a:r>
            <a:endParaRPr sz="1500" b="1">
              <a:solidFill>
                <a:srgbClr val="147D85"/>
              </a:solidFill>
            </a:endParaRP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47B192AC-F8C3-4D04-A1A7-98639AE5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7814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8994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23F4C"/>
                </a:solidFill>
              </a:defRPr>
            </a:pPr>
            <a:r>
              <a:rPr sz="1200" b="1">
                <a:solidFill>
                  <a:srgbClr val="123F4C"/>
                </a:solidFill>
              </a:rPr>
              <a:t>What would you test next?</a:t>
            </a:r>
            <a:endParaRPr sz="1900" b="1">
              <a:solidFill>
                <a:srgbClr val="103B4A"/>
              </a:solidFill>
            </a:endParaRP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2417FFF2-8EEC-41E8-A94F-1BFBA0FE3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0101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4FBFA"/>
                </a:solidFill>
              </a:defRPr>
            </a:pPr>
            <a:r>
              <a:rPr sz="900" b="1">
                <a:solidFill>
                  <a:srgbClr val="F4FBFA"/>
                </a:solidFill>
              </a:rPr>
              <a:t>DiveSafe MY - questions and discussion</a:t>
            </a:r>
            <a:endParaRPr sz="1600" b="1">
              <a:solidFill>
                <a:srgbClr val="A9DDD8"/>
              </a:solidFill>
            </a:endParaRPr>
          </a:p>
        </p:txBody>
      </p:sp>
      <p:sp>
        <p:nvSpPr>
          <p:cNvPr id="17" name="直接连接符 16">
            <a:extLst xmlns:a="http://schemas.openxmlformats.org/drawingml/2006/main">
              <a:ext uri="{FF2B5EF4-FFF2-40B4-BE49-F238E27FC236}">
                <a16:creationId xmlns:a16="http://schemas.microsoft.com/office/drawing/2014/main" id="{46EF946A-BACB-42F7-A2FE-2CA6E349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F6975"/>
            </a:solidFill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558CF1A2-05E9-4B24-A08D-2B0F3AC98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905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A9DDD8"/>
                </a:solidFill>
              </a:defRPr>
            </a:pPr>
            <a:endParaRPr sz="900" b="1">
              <a:solidFill>
                <a:srgbClr val="A9DDD8"/>
              </a:solidFill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686E9465-0D15-41CD-89C2-ACC1EE82F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419850"/>
            <a:ext cx="2571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A9DDD8"/>
                </a:solidFill>
              </a:defRPr>
            </a:pPr>
            <a:endParaRPr sz="900" b="1">
              <a:solidFill>
                <a:srgbClr val="A9DDD8"/>
              </a:solidFill>
            </a:endParaRP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C9AC168B-E74D-4239-BF40-61FC2992C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19850"/>
            <a:ext cx="1143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A9DDD8"/>
                </a:solidFill>
              </a:defRPr>
            </a:pPr>
            <a:endParaRPr sz="900" b="1">
              <a:solidFill>
                <a:srgbClr val="A9DDD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73818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2026-08-14T16:15:56.8150000Z</dcterms:created>
  <dcterms:modified xsi:type="dcterms:W3CDTF">2026-08-14T16:15:56.8150000Z</dcterms:modified>
</coreProperties>
</file>