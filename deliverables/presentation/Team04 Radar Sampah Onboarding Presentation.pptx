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71f268b594e85" /><Relationship Type="http://schemas.openxmlformats.org/officeDocument/2006/relationships/extended-properties" Target="/docProps/app.xml" Id="Rec12ccc552f9434a" /><Relationship Type="http://schemas.openxmlformats.org/officeDocument/2006/relationships/officeDocument" Target="/ppt/presentation.xml" Id="R5e018fdb170a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5d39ba9bb4f6e"/>
  </p:sldMasterIdLst>
  <p:notesMasterIdLst>
    <p:notesMasterId xmlns:r="http://schemas.openxmlformats.org/officeDocument/2006/relationships" r:id="Ra18b861b69ba4072"/>
  </p:notesMasterIdLst>
  <p:sldIdLst>
    <p:sldId xmlns:r="http://schemas.openxmlformats.org/officeDocument/2006/relationships" id="256" r:id="R93d0e80224764c13"/>
    <p:sldId xmlns:r="http://schemas.openxmlformats.org/officeDocument/2006/relationships" id="257" r:id="R78fa522b846241fd"/>
    <p:sldId xmlns:r="http://schemas.openxmlformats.org/officeDocument/2006/relationships" id="258" r:id="Rb763b2b8bbde4078"/>
    <p:sldId xmlns:r="http://schemas.openxmlformats.org/officeDocument/2006/relationships" id="259" r:id="Rc9325b709fb54af3"/>
    <p:sldId xmlns:r="http://schemas.openxmlformats.org/officeDocument/2006/relationships" id="260" r:id="R9b7a8d4920c147d1"/>
    <p:sldId xmlns:r="http://schemas.openxmlformats.org/officeDocument/2006/relationships" id="261" r:id="R02f72c95a6e2400e"/>
    <p:sldId xmlns:r="http://schemas.openxmlformats.org/officeDocument/2006/relationships" id="262" r:id="Rbd2b301bc39f403b"/>
    <p:sldId xmlns:r="http://schemas.openxmlformats.org/officeDocument/2006/relationships" id="263" r:id="R7a869816c6b349ff"/>
    <p:sldId xmlns:r="http://schemas.openxmlformats.org/officeDocument/2006/relationships" id="264" r:id="R047650a79d69456b"/>
    <p:sldId xmlns:r="http://schemas.openxmlformats.org/officeDocument/2006/relationships" id="265" r:id="R8015a5f53fc34088"/>
    <p:sldId xmlns:r="http://schemas.openxmlformats.org/officeDocument/2006/relationships" id="266" r:id="Ra7ec07f1527a4066"/>
    <p:sldId xmlns:r="http://schemas.openxmlformats.org/officeDocument/2006/relationships" id="267" r:id="Rcb475c53685848a5"/>
    <p:sldId xmlns:r="http://schemas.openxmlformats.org/officeDocument/2006/relationships" id="268" r:id="R1964b31c9ae5408a"/>
    <p:sldId xmlns:r="http://schemas.openxmlformats.org/officeDocument/2006/relationships" id="269" r:id="R574cb1323e904d34"/>
    <p:sldId xmlns:r="http://schemas.openxmlformats.org/officeDocument/2006/relationships" id="270" r:id="R7003388b3f984992"/>
    <p:sldId xmlns:r="http://schemas.openxmlformats.org/officeDocument/2006/relationships" id="271" r:id="R300b108d62f94de9"/>
    <p:sldId xmlns:r="http://schemas.openxmlformats.org/officeDocument/2006/relationships" id="272" r:id="R57c2e52013584ffd"/>
    <p:sldId xmlns:r="http://schemas.openxmlformats.org/officeDocument/2006/relationships" id="273" r:id="R9db164b6f63c4704"/>
    <p:sldId xmlns:r="http://schemas.openxmlformats.org/officeDocument/2006/relationships" id="274" r:id="R81573e3940db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f8adc83a64be2" /><Relationship Type="http://schemas.openxmlformats.org/officeDocument/2006/relationships/slideMaster" Target="/ppt/slideMasters/slideMaster1.xml" Id="R10d5d39ba9bb4f6e" /><Relationship Type="http://schemas.openxmlformats.org/officeDocument/2006/relationships/notesMaster" Target="/ppt/notesMasters/notesMaster1.xml" Id="Ra18b861b69ba4072" /><Relationship Type="http://schemas.openxmlformats.org/officeDocument/2006/relationships/presProps" Target="/ppt/presProps.xml" Id="R3a27184b31714da8" /><Relationship Type="http://schemas.openxmlformats.org/officeDocument/2006/relationships/tableStyles" Target="/ppt/tableStyles.xml" Id="R9c2d965b97ac48a9" /><Relationship Type="http://schemas.openxmlformats.org/officeDocument/2006/relationships/slide" Target="/ppt/slides/slide1.xml" Id="R93d0e80224764c13" /><Relationship Type="http://schemas.openxmlformats.org/officeDocument/2006/relationships/slide" Target="/ppt/slides/slide2.xml" Id="R78fa522b846241fd" /><Relationship Type="http://schemas.openxmlformats.org/officeDocument/2006/relationships/slide" Target="/ppt/slides/slide3.xml" Id="Rb763b2b8bbde4078" /><Relationship Type="http://schemas.openxmlformats.org/officeDocument/2006/relationships/slide" Target="/ppt/slides/slide4.xml" Id="Rc9325b709fb54af3" /><Relationship Type="http://schemas.openxmlformats.org/officeDocument/2006/relationships/slide" Target="/ppt/slides/slide5.xml" Id="R9b7a8d4920c147d1" /><Relationship Type="http://schemas.openxmlformats.org/officeDocument/2006/relationships/slide" Target="/ppt/slides/slide6.xml" Id="R02f72c95a6e2400e" /><Relationship Type="http://schemas.openxmlformats.org/officeDocument/2006/relationships/slide" Target="/ppt/slides/slide7.xml" Id="Rbd2b301bc39f403b" /><Relationship Type="http://schemas.openxmlformats.org/officeDocument/2006/relationships/slide" Target="/ppt/slides/slide8.xml" Id="R7a869816c6b349ff" /><Relationship Type="http://schemas.openxmlformats.org/officeDocument/2006/relationships/slide" Target="/ppt/slides/slide9.xml" Id="R047650a79d69456b" /><Relationship Type="http://schemas.openxmlformats.org/officeDocument/2006/relationships/slide" Target="/ppt/slides/slide10.xml" Id="R8015a5f53fc34088" /><Relationship Type="http://schemas.openxmlformats.org/officeDocument/2006/relationships/slide" Target="/ppt/slides/slide11.xml" Id="Ra7ec07f1527a4066" /><Relationship Type="http://schemas.openxmlformats.org/officeDocument/2006/relationships/slide" Target="/ppt/slides/slide12.xml" Id="Rcb475c53685848a5" /><Relationship Type="http://schemas.openxmlformats.org/officeDocument/2006/relationships/slide" Target="/ppt/slides/slide13.xml" Id="R1964b31c9ae5408a" /><Relationship Type="http://schemas.openxmlformats.org/officeDocument/2006/relationships/slide" Target="/ppt/slides/slide14.xml" Id="R574cb1323e904d34" /><Relationship Type="http://schemas.openxmlformats.org/officeDocument/2006/relationships/slide" Target="/ppt/slides/slide15.xml" Id="R7003388b3f984992" /><Relationship Type="http://schemas.openxmlformats.org/officeDocument/2006/relationships/slide" Target="/ppt/slides/slide16.xml" Id="R300b108d62f94de9" /><Relationship Type="http://schemas.openxmlformats.org/officeDocument/2006/relationships/slide" Target="/ppt/slides/slide17.xml" Id="R57c2e52013584ffd" /><Relationship Type="http://schemas.openxmlformats.org/officeDocument/2006/relationships/slide" Target="/ppt/slides/slide18.xml" Id="R9db164b6f63c4704" /><Relationship Type="http://schemas.openxmlformats.org/officeDocument/2006/relationships/slide" Target="/ppt/slides/slide19.xml" Id="R81573e3940db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0b48f3cff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033e1b1b9415d" /><Relationship Type="http://schemas.openxmlformats.org/officeDocument/2006/relationships/notesMaster" Target="/ppt/notesMasters/notesMaster1.xml" Id="R09699092110640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ccc5df182479b" /><Relationship Type="http://schemas.openxmlformats.org/officeDocument/2006/relationships/notesMaster" Target="/ppt/notesMasters/notesMaster1.xml" Id="Rc1a8494881b1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b3a381e564d36" /><Relationship Type="http://schemas.openxmlformats.org/officeDocument/2006/relationships/notesMaster" Target="/ppt/notesMasters/notesMaster1.xml" Id="R6a80d33aabdf43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d0e217ce54ec0" /><Relationship Type="http://schemas.openxmlformats.org/officeDocument/2006/relationships/notesMaster" Target="/ppt/notesMasters/notesMaster1.xml" Id="R29c3cb4bc6f5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6c5e9728644027" /><Relationship Type="http://schemas.openxmlformats.org/officeDocument/2006/relationships/notesMaster" Target="/ppt/notesMasters/notesMaster1.xml" Id="Rc92f31b0561f46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61c17a70524773" /><Relationship Type="http://schemas.openxmlformats.org/officeDocument/2006/relationships/notesMaster" Target="/ppt/notesMasters/notesMaster1.xml" Id="Ra38f4a470abd43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2c9a53e753430f" /><Relationship Type="http://schemas.openxmlformats.org/officeDocument/2006/relationships/notesMaster" Target="/ppt/notesMasters/notesMaster1.xml" Id="R8c950ab20d77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14c12e4cb24a43" /><Relationship Type="http://schemas.openxmlformats.org/officeDocument/2006/relationships/notesMaster" Target="/ppt/notesMasters/notesMaster1.xml" Id="R58176d6752184b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3d8d416ca04aa1" /><Relationship Type="http://schemas.openxmlformats.org/officeDocument/2006/relationships/notesMaster" Target="/ppt/notesMasters/notesMaster1.xml" Id="R0483e561e5f8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5bf65f6fd44212" /><Relationship Type="http://schemas.openxmlformats.org/officeDocument/2006/relationships/notesMaster" Target="/ppt/notesMasters/notesMaster1.xml" Id="R778068223d0d41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c7622c760740c4" /><Relationship Type="http://schemas.openxmlformats.org/officeDocument/2006/relationships/notesMaster" Target="/ppt/notesMasters/notesMaster1.xml" Id="R08498a11b80b49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472468238c4bf9" /><Relationship Type="http://schemas.openxmlformats.org/officeDocument/2006/relationships/notesMaster" Target="/ppt/notesMasters/notesMaster1.xml" Id="Rea2eeb2f61a046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288659550f4d13" /><Relationship Type="http://schemas.openxmlformats.org/officeDocument/2006/relationships/notesMaster" Target="/ppt/notesMasters/notesMaster1.xml" Id="R6c5c83a454f944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f3a4cde8604d40" /><Relationship Type="http://schemas.openxmlformats.org/officeDocument/2006/relationships/notesMaster" Target="/ppt/notesMasters/notesMaster1.xml" Id="R4756daf2e79a45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47011aaac640ae" /><Relationship Type="http://schemas.openxmlformats.org/officeDocument/2006/relationships/notesMaster" Target="/ppt/notesMasters/notesMaster1.xml" Id="R33eacb93d87048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884d42ad64aeb" /><Relationship Type="http://schemas.openxmlformats.org/officeDocument/2006/relationships/notesMaster" Target="/ppt/notesMasters/notesMaster1.xml" Id="R963724839fdb43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52fa39174643f7" /><Relationship Type="http://schemas.openxmlformats.org/officeDocument/2006/relationships/notesMaster" Target="/ppt/notesMasters/notesMaster1.xml" Id="R41df000520f04e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b4a989c5a44868" /><Relationship Type="http://schemas.openxmlformats.org/officeDocument/2006/relationships/notesMaster" Target="/ppt/notesMasters/notesMaster1.xml" Id="Re01c1b0ddf3547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64c210b3df46e8" /><Relationship Type="http://schemas.openxmlformats.org/officeDocument/2006/relationships/notesMaster" Target="/ppt/notesMasters/notesMaster1.xml" Id="R566dfec3bf7e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implementation notes</a:t>
            </a:r>
          </a:p>
          <a:p xmlns:a="http://schemas.openxmlformats.org/drawingml/2006/main">
            <a:r>
              <a:t>- OBIS: https://obis.org/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b578a7d6941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50da846604c26" /><Relationship Type="http://schemas.openxmlformats.org/officeDocument/2006/relationships/slideLayout" Target="/ppt/slideLayouts/slideLayout1.xml" Id="R045c397a8859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c397a8859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a3b86912e45b8" /><Relationship Type="http://schemas.openxmlformats.org/officeDocument/2006/relationships/notesSlide" Target="/ppt/notesSlides/notesSlide1.xml" Id="R17ffe99902ee44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20444ca164263" /><Relationship Type="http://schemas.openxmlformats.org/officeDocument/2006/relationships/notesSlide" Target="/ppt/notesSlides/notesSlide2.xml" Id="R2e2c4e3ba8ec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4e0b567c4a64" /><Relationship Type="http://schemas.openxmlformats.org/officeDocument/2006/relationships/notesSlide" Target="/ppt/notesSlides/notesSlide3.xml" Id="R6e01d95aee7b4a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9567f65f49f2" /><Relationship Type="http://schemas.openxmlformats.org/officeDocument/2006/relationships/notesSlide" Target="/ppt/notesSlides/notesSlide4.xml" Id="R40fd5debe882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a93ece4864a4d" /><Relationship Type="http://schemas.openxmlformats.org/officeDocument/2006/relationships/notesSlide" Target="/ppt/notesSlides/notesSlide5.xml" Id="Rd920290d8496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826f26b14c4b" /><Relationship Type="http://schemas.openxmlformats.org/officeDocument/2006/relationships/notesSlide" Target="/ppt/notesSlides/notesSlide6.xml" Id="R1c248b222b08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d5d39858e4c75" /><Relationship Type="http://schemas.openxmlformats.org/officeDocument/2006/relationships/notesSlide" Target="/ppt/notesSlides/notesSlide7.xml" Id="R4531e7d5b60c4d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649ee7614b24" /><Relationship Type="http://schemas.openxmlformats.org/officeDocument/2006/relationships/notesSlide" Target="/ppt/notesSlides/notesSlide8.xml" Id="R8601e9523fd94f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38d927f634a99" /><Relationship Type="http://schemas.openxmlformats.org/officeDocument/2006/relationships/notesSlide" Target="/ppt/notesSlides/notesSlide9.xml" Id="R48aaa784c743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01857ea414d85" /><Relationship Type="http://schemas.openxmlformats.org/officeDocument/2006/relationships/notesSlide" Target="/ppt/notesSlides/notesSlide10.xml" Id="Rdc8b9ab3b56e42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663c828aa4c1b" /><Relationship Type="http://schemas.openxmlformats.org/officeDocument/2006/relationships/notesSlide" Target="/ppt/notesSlides/notesSlide11.xml" Id="Rfc13eea2d90f46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bf25aadb4ac1" /><Relationship Type="http://schemas.openxmlformats.org/officeDocument/2006/relationships/notesSlide" Target="/ppt/notesSlides/notesSlide12.xml" Id="R77ea39b7e43941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d04e3a9814d41" /><Relationship Type="http://schemas.openxmlformats.org/officeDocument/2006/relationships/notesSlide" Target="/ppt/notesSlides/notesSlide13.xml" Id="R28b6b840b8414a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607929db4b2e" /><Relationship Type="http://schemas.openxmlformats.org/officeDocument/2006/relationships/notesSlide" Target="/ppt/notesSlides/notesSlide14.xml" Id="R9bb28c6cfb9f40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a3038c684136" /><Relationship Type="http://schemas.openxmlformats.org/officeDocument/2006/relationships/notesSlide" Target="/ppt/notesSlides/notesSlide15.xml" Id="R89f0bb9d7b914f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00b5823b24caa" /><Relationship Type="http://schemas.openxmlformats.org/officeDocument/2006/relationships/notesSlide" Target="/ppt/notesSlides/notesSlide16.xml" Id="R7ec7ed3063be4a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ae39c6484955" /><Relationship Type="http://schemas.openxmlformats.org/officeDocument/2006/relationships/notesSlide" Target="/ppt/notesSlides/notesSlide17.xml" Id="Re784ae96932a49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c101e450442d3" /><Relationship Type="http://schemas.openxmlformats.org/officeDocument/2006/relationships/notesSlide" Target="/ppt/notesSlides/notesSlide18.xml" Id="R15a630e2c56246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983f7079f4519" /><Relationship Type="http://schemas.openxmlformats.org/officeDocument/2006/relationships/notesSlide" Target="/ppt/notesSlides/notesSlide19.xml" Id="R5b9d46f5bc9f4f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6A615-4870-43E2-AA4E-1207D5C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20D9D-1623-45D1-91AF-37CFC1B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Marine litter reports rarely become clear local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A1F05-67C0-4285-B87B-EBC2493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F7BD-23AA-420C-9F8E-CC13383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CE2D4-D953-4DDE-9106-FC15E88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FA2DF-2273-49E1-BF0B-87BB9CC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8F15D-49FC-465C-9C10-F372B6D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01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4D0B-70DD-42E5-9BA5-0BC5C8C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1B4DF-3D44-4D98-9909-5E80AC50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66C30-9985-4BF0-909A-26C6E2C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 report can be useful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282A-9E55-466D-93A2-F97CCA2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But category, place, severity and follow-up are often recorded differently. Radar Sampah makes one short report easier to compare and revisit.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F9C8-6580-4DF9-A273-58B1AF4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71CD1-2BE4-4164-A6E9-34E5F77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0B539-869D-4F52-B62D-A003432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2A2BD-FFE8-4C2B-ABA9-05252B6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People need a calm, guided first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F42B6-CC8A-4B5B-A484-976F1C9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692E9-B764-47A8-A3FA-1BCFA53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Public context must stay source-labelled.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72F11-0DCD-41A0-9CFF-96D0CC6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15A70-4BFC-4FEE-B7DC-D7D5AD26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class prototype must show its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BE5EE-947E-4D1C-A18D-7B292DFF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55FFA-6618-4AC5-A261-E4CCD38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SYNTHETIC / PUBLIC DEMO • NOT ENFORCEMENT</a:t>
            </a:r>
          </a:p>
        </p:txBody>
      </p:sp>
    </p:spTree>
    <p:extLst>
      <p:ext uri="{BB962C8B-B14F-4D97-AF65-F5344CB8AC3E}">
        <p14:creationId xmlns:p14="http://schemas.microsoft.com/office/powerpoint/2010/main" val="1783740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EE4A9-2CF8-4D27-A28E-0DFB963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A7ADF-BAD1-49CF-ABAF-DDEA531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Radar Sampah connects one observation to a visible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3FDD8-A824-49A3-9AF7-0E305DC3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42F62-F574-409F-8013-2654C4C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4B1CD-32AE-492A-9FB8-74C4089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0F4B0-C8A7-4897-A9B6-DA5CBCF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8704B-D3F4-4AC7-B662-3F84B31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02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4DCC8-8A87-49A0-9612-A8B9FE8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C7352-C8F5-449B-969B-6402E59E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B3EF2-7EE1-4BAD-97A8-23DE7F8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3A916-8C6D-4F93-A29B-60BE54C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B7186-F3AE-47C3-B509-9959D1F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Capture litter, an approximate place and a short note.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2F3E7-B62E-4A6B-AF62-491837D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CBD51-95BA-49D1-AE2A-2BEE65E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5B714-45E9-44FD-955A-6423C76F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9CC8D-5199-48F2-A44C-248DEDE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338BF-0378-4A72-83D7-12E39262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See severity, mapped patterns and marine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8C4BF-397B-439D-80A9-D908F792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30296-863B-4295-9BBB-41F32ED5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23A86-9A02-401F-8A44-6D2CFA15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00821-CFC4-44D2-B9E4-2D02F6F8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D52C4-832E-473D-AA1B-624DE763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Choose a practical next step without claiming certainty.</a:t>
            </a:r>
          </a:p>
        </p:txBody>
      </p:sp>
    </p:spTree>
    <p:extLst>
      <p:ext uri="{BB962C8B-B14F-4D97-AF65-F5344CB8AC3E}">
        <p14:creationId xmlns:p14="http://schemas.microsoft.com/office/powerpoint/2010/main" val="771851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6727F-ED43-4D3A-826C-6B4D2D51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LITTER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FB01-A7A8-467D-9C3E-B2764495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short form creates a consistent observation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0C270-03F4-4F6E-9FF2-DD7367F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8DC9-439E-42B7-930A-6727707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7FE3F-5694-4818-ADFA-94BFC8E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6F0EE-98A5-419D-A5FD-01650C8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LITTER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782DD-2582-476C-8469-3B084CDB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03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2DDBF-7ED7-4B9B-8C07-C0DD41E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3882-4A41-44F0-9F00-88B40F4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7F5A7-F006-439A-8596-1070C04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One report, four essentials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18FBD-343C-4AD3-A249-F1084D0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Category, approximate location, time and optional photo/note. The user can review before saving.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79261-960E-4A99-9CA0-FDB715C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7A13C-FC44-4879-9719-B6B121A7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6C640-3D5D-4228-AD53-F282FCE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6EC34-0AF7-46A9-BC70-5629B91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Fixed litter categories support comparison.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BA370-695E-40DF-A78E-DD11F93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DCD9B-CADF-4086-9B95-98B7C29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Approximate locations protect sensitive places.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1980B-277F-42BB-8860-38F3ADE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637E0-E7CD-4324-9C7B-0989D3B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Drafts stay editable until confirmation.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92926-13ED-4D6F-9C1B-B30D5701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9045E-5EBB-4B54-965C-10BCEDD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REPORT → REVIEW → CONFIRM → RESULTS</a:t>
            </a:r>
          </a:p>
        </p:txBody>
      </p:sp>
    </p:spTree>
    <p:extLst>
      <p:ext uri="{BB962C8B-B14F-4D97-AF65-F5344CB8AC3E}">
        <p14:creationId xmlns:p14="http://schemas.microsoft.com/office/powerpoint/2010/main" val="1975413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C99EE-280F-48C4-8C14-F9DC0A87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DEMO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0C559-CAED-425E-8694-9CFAB1C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Photo detection is a demonstrator, not a model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56818-92DD-430D-8B13-FD65650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DD67-C017-47DC-BFDF-4B58404E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72C6F-7D12-487F-8CD3-5D5A85F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09EB-07A5-4F2A-8FF7-D18EF62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DEMO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141A-86E8-4AFE-BB8C-6398766C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04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22A8-FCAE-46A3-B4C6-2FD8185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5DAAA-FBA6-4990-9395-B6860C70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E70F-86A8-465B-95D7-09AF6E2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 cautious assist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2986E-65AF-4806-917C-83F02E90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The demo can suggest a litter class from a sample image. The user remains responsible for checking and editing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CF7CC-9E1E-49DE-9C9D-F3A73F2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5B6FF-E87F-48EB-BD09-5E9ECC75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386A3-721C-4BFE-A1F1-ACE8F2A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20634-D230-4570-AD62-EBBBE5DB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Show a suggestion, not a certainty.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567C8-7E8E-4F26-8584-07E89E4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555D1-943C-4226-BAAF-892DEA5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the manual category path 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7A019-A88F-4FA8-A619-AC7E8F8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59AC5-D9C9-4AAE-A0E1-7888136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Do not identify wildlife or pollution sources.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9D98F-A19A-4564-AF4C-AEAC0A9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D108C-AF1B-4568-832A-DEA1276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DEMO ASSISTANCE • HUMAN CHECK REQUIRED</a:t>
            </a:r>
          </a:p>
        </p:txBody>
      </p:sp>
    </p:spTree>
    <p:extLst>
      <p:ext uri="{BB962C8B-B14F-4D97-AF65-F5344CB8AC3E}">
        <p14:creationId xmlns:p14="http://schemas.microsoft.com/office/powerpoint/2010/main" val="1274086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48DA1-D8A8-4F94-9745-E7E6BCB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SEVERITY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03836-B483-49C4-9511-231A47C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small rule makes severity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7CC7-9C04-4B3E-8E36-5CE414B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4D7B6-6506-4CA8-951C-D64DEFC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BF366-A1A8-4ED6-88A0-6A19834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DC41B-307D-46C6-9211-E395C8BC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SEVERITY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9E26-D991-4CBB-B27F-736A933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05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6FD1F-7651-496D-8BE5-E3EE64A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3FF67-DFDB-4F44-A894-B58B630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38C74-6B61-4149-B544-2DC97899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34766-1BCD-4C2B-B3D0-58853D5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E9019-EFBB-41C7-92C1-24D685E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Litter class, visible amount and location context are recorded.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6545D-5FF6-4F4E-85E8-AE9BC5D1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E8E93-FD34-44F6-B03E-C13BC5F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6A4D-BF98-445F-B26D-3A621C3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2BBE9-841F-43CC-BD3F-C094B54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F38B3-9175-4C21-9B6D-04AB130C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 simple transparent rule assigns low, medium or high attention.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AB529-6835-461F-AD37-AAE548F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E52A5-8B77-4DE7-AD5E-041162A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405F0-0C8C-4F16-B219-E32D0A79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Reason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8F94C-6A83-43BE-A55F-1B54CE8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D5E3-A1BB-457D-B304-8EE5EB3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The result names the factors; it does not measure ecological harm.</a:t>
            </a:r>
          </a:p>
        </p:txBody>
      </p:sp>
    </p:spTree>
    <p:extLst>
      <p:ext uri="{BB962C8B-B14F-4D97-AF65-F5344CB8AC3E}">
        <p14:creationId xmlns:p14="http://schemas.microsoft.com/office/powerpoint/2010/main" val="815601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50A61-51C3-4A62-A48F-AB537CC5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158D4-96DC-444C-BBC7-4AC0FB9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heatmap shows patterns, not precise pollution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8E2E-C1C4-481C-9DAD-CF1F28E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D9072-E9C2-4DFF-A2EC-0D2B1A04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5B9A6-61F4-44F4-89F7-FADF446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3851D-F1BF-4807-8853-8ADE9C0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HEATMAP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9EB8-63D6-4C38-800F-4A30919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06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78D13-F607-44BB-9D2A-BE19EB7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FF28C-02B4-4B53-851D-D6830BD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36316-5868-47B9-BF84-D6C569A6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Approximate patterns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91EAE-B169-4FB7-93F0-7164355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Aggregated reports help the class see where observations cluster. Exact sensitive coordinates are never presented as public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2EA3A-F45A-45EA-8ED3-96F2AC6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CB7D1-E408-48BF-A8AA-3A29C48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601CB-3DFD-49C0-86A5-E7396382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6DA62-10A7-4A7B-9007-065126E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Aggregate before visualising.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94726-9D99-4B69-A147-A5A13D1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3104E-4177-4310-910F-A527CBA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source and time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4D031-AF11-4A6D-B4EF-856F8D4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5E3C6-3D76-49C8-99CA-BAFE984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Use the map with an accessible list fallback.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40FBA-CBB7-4605-A208-79F4525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F0416-B46C-49AB-9A69-48BC1F8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MAP PATTERN • NOT A MARINE SAFETY CHART</a:t>
            </a:r>
          </a:p>
        </p:txBody>
      </p:sp>
    </p:spTree>
    <p:extLst>
      <p:ext uri="{BB962C8B-B14F-4D97-AF65-F5344CB8AC3E}">
        <p14:creationId xmlns:p14="http://schemas.microsoft.com/office/powerpoint/2010/main" val="1716662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A9520-4104-4872-8DFB-E5AC358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OBIS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F228-2C1B-4449-89F6-D532778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OBIS provides marine context beside the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DFE9-9757-4232-995E-E5826A8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9D796-5862-4042-AB34-5225C47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47A4C-3797-4719-B667-1EAE677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C4875-8D48-4297-9AED-8236864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OBIS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F144-C60D-482D-BC57-C2FCDDD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07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EDD9-B5BD-4C22-917D-F01BD80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C90E-5041-4598-A034-277D703B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E253B-6E7C-47E7-A7A0-AD0A972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Public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C1AB3-3190-4A01-9F8D-A411262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8E707-3171-4602-956B-38F04031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OBIS records are cited as biodiversity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F20F8-A81C-45B8-8D7A-0F214C3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4D5D8-DC95-447D-9681-DB84C6DB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7DFF6-C329-4624-9111-4EC60C9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Local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F4D30-8B00-4702-B94D-D431692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B0F7E-F0B4-4B10-8693-AF95761E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Approximate records help explain what may be nearby.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AC5DC-B50C-4C5D-B09A-3AAA3ED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024C3-178E-4926-B00F-273270A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E0ED4-90EB-4295-9867-FB6F24A6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9382B-2DD8-4C9E-8BE2-34B6FF9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D525F-8565-4A02-AF4B-12747419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OBIS does not prove a sighting, habitat state or impact.</a:t>
            </a:r>
          </a:p>
        </p:txBody>
      </p:sp>
    </p:spTree>
    <p:extLst>
      <p:ext uri="{BB962C8B-B14F-4D97-AF65-F5344CB8AC3E}">
        <p14:creationId xmlns:p14="http://schemas.microsoft.com/office/powerpoint/2010/main" val="1515003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53AFF-7042-479F-B790-34F50ED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PRIORITY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06FB3-137C-4184-BDFD-A22B862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Priority helps organise attention without enforcing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0AADC-15DB-46BB-97DE-56B4D45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5F7B5-D202-4A64-AF78-4F57378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6031B-C335-4067-8975-E7155BC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FE4AF-2966-4148-B0B6-52A491E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15575-DCFB-43A3-9442-06B9D03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08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D83F-8830-4EE4-9A33-041FC9CF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4E24D-D873-4241-AF72-B623F23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AB5E0-6EB8-448C-8D24-1DC3D996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An illustrative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8CFF2-7750-4F2A-A9F5-7327A182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The prototype combines severity and report context into a readable priority. It helps a team discuss what to review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8340F-B5C0-46E8-86F9-308B0A0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7BF43-A9FB-4DC3-8EAE-64992C2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7B9E1-F673-477F-B5DD-82755E2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A4DF7-267E-4531-B57F-37305A8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Priority is rule-based and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A3283-0978-410E-A8A0-08149727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F3C66-EE3C-417F-892E-1B3FD87F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No legal, scientific or clean-up instruction.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298D5-5930-4DBD-804E-D7F0337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85E52-17F6-4F22-BF84-28D9C40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label is always paired with its reason.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E99AB-DB58-42CA-A007-3E7FAB80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84372-C525-4789-8781-546ABD0C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ILLUSTRATIVE PRIORITY • REVIEW WITH LOCAL CONTEXT</a:t>
            </a:r>
          </a:p>
        </p:txBody>
      </p:sp>
    </p:spTree>
    <p:extLst>
      <p:ext uri="{BB962C8B-B14F-4D97-AF65-F5344CB8AC3E}">
        <p14:creationId xmlns:p14="http://schemas.microsoft.com/office/powerpoint/2010/main" val="303229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EFDCE-C13C-4587-864F-01324C5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80C63-C541-4E26-B32C-95A2B913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mission is simple: notice, record, learn and respond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13F3C-063E-42E3-B480-BA5E204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25E0F-D716-4117-9A23-3E95AE2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96CA3-2252-4AB4-B3AB-8E650BE9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DFECF-81D4-49CC-90AC-CC981EA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09985-D849-4865-9188-10D70EB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09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DC4A-3D70-4C83-92C8-1F6DFF8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58D88-D83C-42B4-848E-0F477841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68F5E-2028-42AC-880C-B08395B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0505-C744-4678-B3DB-CD415F3E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B66E-C965-44E8-9421-0136F64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Make litter observations easier to describe.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4E0C7-FE2D-46F7-8D9D-0A67306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FF9D6-EE39-4922-8560-09209EC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A8218-3E16-4E6F-BA23-15C02FF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Learn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84A1E-4EAD-43A9-94F1-CD8D295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1FD30-6230-4FB7-B901-4312699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Link each report to source-visible marine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2246E-3684-41A8-B928-6274B33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57658-9DBC-4D29-A684-0CB237C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DB414-C27D-4FC9-8963-B1DCD9F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D0C4C-BD0C-4009-BB0A-38566EC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8961E-10C8-4521-B0DB-B7A30C23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Support a thoughtful next conversation, not automated enforcement.</a:t>
            </a:r>
          </a:p>
        </p:txBody>
      </p:sp>
    </p:spTree>
    <p:extLst>
      <p:ext uri="{BB962C8B-B14F-4D97-AF65-F5344CB8AC3E}">
        <p14:creationId xmlns:p14="http://schemas.microsoft.com/office/powerpoint/2010/main" val="609681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9EA72-EEE1-4CFF-8928-656BFB11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BEFORE /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A98A6-7091-4C89-B984-F5805240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flow replaces a loose observation with a reviewable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FA040-1399-41F3-A219-A7BEAAB2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DF23-DCEA-459A-A6AA-3DC8D36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508B3-522C-4386-A35D-2B7CFC04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08B3-4D50-4E53-BED6-CCADA0CA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BEFORE / 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09F3F-BAAD-4696-835C-F206CF2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10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3CA6C-302A-40B7-B298-EB42E8CC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0A48E-57CE-48AA-8D6A-01A6DDAC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9877-0D36-4037-BD8F-A614EDF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F7B54-CCCD-4ED5-BBD6-6DE139E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photo or message may miss category, time, place and a clear next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EB49E-7B82-4C5E-9941-02F9A570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957CF-A7F2-4078-BA41-656A865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E380-1A96-42E9-BB1C-72280429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2648E-4E60-4F81-9A31-6C00F39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After: one guided record.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B0FCC-7044-42CD-9B1E-EA5832A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8DD2E-3C95-4A22-8010-140ABB5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visible severity and priority reason.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D951D-EA36-47A1-BD13-3B20844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B5F52-DB1A-44A4-B832-1587A71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 map pattern plus public context and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7B7BF-6DF5-42DE-87E5-A48F734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5FC5D-2CB7-4839-97EE-4799040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LOOSE NOTE → REVIEWABLE OBSERVATION</a:t>
            </a:r>
          </a:p>
        </p:txBody>
      </p:sp>
    </p:spTree>
    <p:extLst>
      <p:ext uri="{BB962C8B-B14F-4D97-AF65-F5344CB8AC3E}">
        <p14:creationId xmlns:p14="http://schemas.microsoft.com/office/powerpoint/2010/main" val="1759653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EEA61-A34C-4526-BE25-817C6461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886E7-EA43-401B-9D25-0445518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shared format can make student observations easier to 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7C8C-3247-4877-94A1-72719D3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C330B-16D8-4D64-9B28-DE744E5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60036-6E85-4D05-B6E2-3B593BD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962DA-06FE-478D-84E3-47A4F91A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F14F1-D0EB-45F4-9247-FBDFE49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11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FC1AF-BF35-4B8E-A350-E657A98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6AE2B-AE49-41A3-8648-10494C3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5B902-BF1C-4860-BD26-55C91F9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observers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F22BA-6499-4E72-AD48-047E58E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8CEAE-A328-4DF4-B5AB-0136C04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Less uncertainty when recording a local litter sighting.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D8079-8DC3-4978-95C1-D64BDAF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591E9-47BB-42C1-A5F3-3CE1B18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26AF0-D1E5-4A01-A64E-B5E6CE1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142BE-45D4-4CFD-8A00-4D14433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C288-E31A-40AB-895E-302269A2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Comparable records for a small classroom or community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6C287-F510-4E56-B5C5-E03537A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5AC7E-B807-4F3E-8499-CDEFBE30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8E1C3-B15A-4ADC-A839-5128AE2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For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6E13B-A755-49DB-AECE-ED90A563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05E2C-08A3-41AF-9488-0D1FE6A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Clearer discussion of evidence, uncertainty and responsible action.</a:t>
            </a:r>
          </a:p>
        </p:txBody>
      </p:sp>
    </p:spTree>
    <p:extLst>
      <p:ext uri="{BB962C8B-B14F-4D97-AF65-F5344CB8AC3E}">
        <p14:creationId xmlns:p14="http://schemas.microsoft.com/office/powerpoint/2010/main" val="1803908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432A0-6D7F-4173-9DAB-13D8288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POINTS / BADGES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A5B2-11BA-4035-A324-752C57F3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Light rewards encourage careful reporting, not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C63F-FD1A-489E-96A3-3E3635C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6BECA-A02C-4F0E-9F9D-CA3C1FF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3045D-A98A-4151-BDFE-81AC9AA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D3E89-96F2-42E6-AA06-B7872FB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POINTS / BADGES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5E3D7-EB88-4C8B-9017-B347B63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12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644A-364C-480C-88AA-DF9CC25B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B1116-5526-4B2D-8548-FA45F73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09F8F-0954-4202-A852-F22BE51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Learning cues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4B801-8C00-409F-B537-00D11CE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Points and badges recognise complete reports, reviewed edits and source-aware reflection. They do not rank environmental impact.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59F8-29C8-4568-B7CB-F7DB048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B645D-A206-4134-A15F-1A4B22D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C7164-F886-4001-BFA2-25A0388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91CD4-A6C7-4040-9021-E20B7BF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Reward completeness, not speed.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66824-B0B1-4613-93B2-17C5003F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5DBB4-23B3-4FEC-A6D0-B7E0C1C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badges optional and reversible.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6D5FE-8419-495A-897F-38E076B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8F77D-10E2-48E1-8F7A-ACD29E1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Never turn reports into a public competition.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98F98-AE59-4E46-97CE-9A70831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FBBDA-7422-4CAD-8936-90D1B4C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LEARN • CHECK • REFLECT</a:t>
            </a:r>
          </a:p>
        </p:txBody>
      </p:sp>
    </p:spTree>
    <p:extLst>
      <p:ext uri="{BB962C8B-B14F-4D97-AF65-F5344CB8AC3E}">
        <p14:creationId xmlns:p14="http://schemas.microsoft.com/office/powerpoint/2010/main" val="442695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07479-6E70-4AC8-A569-4ADDAD4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C30D-5316-4DBD-B218-CA27797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prototype makes its boundaries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0FD40-7A87-43D0-8E27-0304373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75B00-8F71-40CC-87BB-32362F8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42F1-77AC-4BFF-9393-A83734A0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6A5C-94CC-4BCD-9F08-BC48452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FA00-8DD6-4925-AABA-C89DFE1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13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E14E6-BEEB-4D3E-97E6-63CB2CC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39D86-7E57-4749-9706-B3F0706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414B0-DC38-4CFD-ADFA-FD6CEAA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43842-503D-4E05-A6D8-9A4EBDC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9E64A-B60E-4652-ABF2-BFEE5AF2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An educational, source-visible coastal observation MVP.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CA471-1C09-4EE6-9424-9914055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F9438-748D-4075-B1C6-9DB2877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656AA-DC91-460C-8B22-7EBE04F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is not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DB565-6839-4C52-9EFC-C2684FF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B51A7-D028-4660-AA0B-81C72EB9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A safety authority, scientific assessment or enforcement tool.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10D5A-3C84-488C-977B-F4E179A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05C25-A5BF-4585-851A-E0FCD1D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612B7-45C9-4658-974A-F67C5F2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It avoids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1F50C-7174-4493-B7D4-F7FCD1B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F36A1-5EFF-4B1A-9A01-63752FC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Live model claims, exact sensitive locations and personal-data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487614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7FA56-A363-4F02-A5C7-FF546A0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29FEB-6163-466E-9418-B71B3DCE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A small architecture keeps the journey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B0C07-8026-43F7-984B-A1EC567C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E040-FE54-41EC-A1E1-BF68B47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0DABA-E6DA-49AF-9976-96DB3A3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A1DC6-9E48-42DA-8C9B-10AFB749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6399A-A742-4CA4-8EFC-EA7FE3E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14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CCA85-6A11-4DB0-815E-1D5C78A7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C9EF2-1894-4577-A285-E401FCBB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7FC14-A2B6-4A2D-ABE0-BB8F31A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2F810-3E11-41EB-8064-7D4A954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CABF2-9C13-4904-B8DC-58A26E1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Report form, review step, heatmap and accessible fallback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6A1FC-8275-47C3-9271-AE93852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C71AE-5FCF-45DF-BB1F-FF3384B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55D3F-748B-4FDD-9242-F11FC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7DF04-7013-4E9D-BAA6-46C530C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D211D-96FD-426B-B2A9-6C4263A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Validation, severity rule, priority rule and context responses.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EE04D-3028-4CAD-9FC2-5D00F29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73988-B954-466D-95B0-5A7FB9A9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8DC02-843B-42CA-A1C2-F34FDDD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CB0A2-EC7E-42A4-9FA0-9D94BC9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20E69-F8E3-4CA5-AC5B-EFC6B0E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Saved observations stay separate from static public marine context.</a:t>
            </a:r>
          </a:p>
        </p:txBody>
      </p:sp>
    </p:spTree>
    <p:extLst>
      <p:ext uri="{BB962C8B-B14F-4D97-AF65-F5344CB8AC3E}">
        <p14:creationId xmlns:p14="http://schemas.microsoft.com/office/powerpoint/2010/main" val="519441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08FA7-BAD1-49FC-A43C-AE42699F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API / 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1344C-86CB-4A43-9D4B-D077340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Clear contracts keep reports, rules and context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B04F3-995E-4BA8-99A7-3E21024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FE81A-8886-43CE-A7B9-067A653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2AE9-25A0-4463-B7FD-6186752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1A1F9-294E-4650-A2B3-410DF265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API /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4F53-C607-412F-AD8C-C6C372FD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15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A9F7-8E7A-448E-B466-C374B1F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8FBD-1EC4-4EF7-9FB5-FB04926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7629F-59E5-477F-A52B-3EEC25A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Three paths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04153-804D-4EFA-B171-21A0EDA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POST /api/litter-reports saves a checked record. GET /api/litter-reports reads it back. GET /api/context supplies static public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F8D69-B233-47EF-B938-43C0DF8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EC13C-3CAD-49C5-9C2B-3594156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94EC3-99EB-474F-8A9C-CBB16C6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4E3AB-FE38-4094-9778-3CF3D4BC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Validate category, coordinates and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0892E-F196-4BFF-AFC9-9D8D6C3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0D81A-9A1D-4EE0-8AB8-C6DD83E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Store observations separately from OBIS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5CE9-2F28-49B4-B9F3-08F0473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70E98-D6C0-47AF-A85A-7B7B1F5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Use PostgreSQL in deployment; SQLite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C555A-25F6-444B-B5E7-F38B8D8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C4E25-7284-4C88-BDE2-525FC100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SMALL API • EXPLICIT DATA BOUNDARIES</a:t>
            </a:r>
          </a:p>
        </p:txBody>
      </p:sp>
    </p:spTree>
    <p:extLst>
      <p:ext uri="{BB962C8B-B14F-4D97-AF65-F5344CB8AC3E}">
        <p14:creationId xmlns:p14="http://schemas.microsoft.com/office/powerpoint/2010/main" val="971096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E227D-2541-4C51-8B45-24387AB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AAE88-569F-4444-A94E-F733D76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Minimum controls reduce avoidable demo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59A53-D074-4D6C-90AF-97709A9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03B9-2CDB-4DF5-A2E5-8D971E3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DBAA-B80E-4E9D-A845-CE37370C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5E217-5374-4D3A-A70D-3B2E0A8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18B5-7091-48C3-A32A-ED7F9F0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16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6B1CF-0511-49D0-B50A-9D871F2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D3824-7E57-46AA-9875-26982F4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C573E-3CA7-448A-B3AC-3D0CA9D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Input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FFA1F-13D5-4766-8756-47F3AA7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3C4E4-600A-458D-AADF-808AB4B0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Validate server inputs and keep text and URL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92E8C-5945-40C5-92F5-0AE9961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80675-FB11-4779-A551-AC44DA8D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95747-BC83-42A8-8843-9D5717F6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54310-5742-416E-9AEF-E485552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20DF0-F7D6-46B7-B422-55945623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Use synthetic/public data and approximate locations.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A34E0-383D-4DAC-8A60-AE0B6AD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0289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B8D4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B77CD-1855-4CF2-A970-A1E2025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47D85"/>
                </a:solidFill>
              </a:defRPr>
            </a:pPr>
            <a:r>
              <a:rPr sz="14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E89D6-4821-4B53-9511-BEDF3A0E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103B4A"/>
                </a:solidFill>
              </a:defRPr>
            </a:pPr>
            <a:r>
              <a:rPr sz="2200" b="1">
                <a:solidFill>
                  <a:srgbClr val="103B4A"/>
                </a:solidFill>
              </a:rPr>
              <a:t>Secrets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A14A3-DE40-415A-9D95-C2412F40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07EB8-5BF8-4199-8CD9-8B570FB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193642"/>
                </a:solidFill>
              </a:defRPr>
            </a:pPr>
            <a:r>
              <a:rPr sz="1700" b="0">
                <a:solidFill>
                  <a:srgbClr val="193642"/>
                </a:solidFill>
              </a:rPr>
              <a:t>Keep credentials in environment variables, never in slides or code.</a:t>
            </a:r>
          </a:p>
        </p:txBody>
      </p:sp>
    </p:spTree>
    <p:extLst>
      <p:ext uri="{BB962C8B-B14F-4D97-AF65-F5344CB8AC3E}">
        <p14:creationId xmlns:p14="http://schemas.microsoft.com/office/powerpoint/2010/main" val="3767274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964C4-04E6-4CA8-9691-02A850BD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31969-A2CD-4340-91A9-1B1F3E7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The next release should test the integrated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43AC-3C98-40B5-A7BB-8DA8F173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0C264-AC5A-4501-A8F5-A316BCD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94210-F2D8-415B-819C-ED7A7D19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69DBF-35A6-43BC-AC76-7751BE1B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08603-6C0E-48C0-B324-776C62D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17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9B44-8ED2-4C70-8BA4-47AEF853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A22B0-5879-4830-82B7-5A6B440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07C82-5BA6-4637-ABF6-B01F14E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Next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AE4D4-EA28-4EAA-BEE9-4765D57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Report a sample item, review it, save it, inspect the result and confirm the map/list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C4A5-5A30-4B45-A3F0-A2F76C3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36C55-C51A-4852-8F40-7E8231DE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BD993-43D7-463F-AB98-80238126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8CA7F-6FCA-4A69-9561-B0ED36F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Test rules with more representative examples.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A368F-989F-4E7C-9811-21C29A1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C522-80BF-4488-A495-4C54E63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Validate usability with a small observer group.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9346D-42B5-4819-945F-5A02AE1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8F266-963E-476A-A9C4-FE79CE4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Assess any future detection provider before enabling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40E1F-528D-4934-B23B-A52BCCE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3B44F-EE08-4E1A-92FB-A942DC7B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INTEGRATE → RUN → LEARN → IMPROVE</a:t>
            </a:r>
          </a:p>
        </p:txBody>
      </p:sp>
    </p:spTree>
    <p:extLst>
      <p:ext uri="{BB962C8B-B14F-4D97-AF65-F5344CB8AC3E}">
        <p14:creationId xmlns:p14="http://schemas.microsoft.com/office/powerpoint/2010/main" val="1867192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0C627-0CEC-4F87-BCAF-5E707A9E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FE955-7024-4430-9B55-7718D98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3B4A"/>
                </a:solidFill>
              </a:defRPr>
            </a:pPr>
            <a:r>
              <a:rPr sz="3000" b="1">
                <a:solidFill>
                  <a:srgbClr val="103B4A"/>
                </a:solidFill>
              </a:rPr>
              <a:t>Sources and limits remain part of the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25308-CC56-4995-823A-66A0D47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6EAE-9A8A-4889-9A87-38BED98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4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8F03-70C6-468E-9267-FC4081C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TEAM 04  •  RADAR SAMPAH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2C849-4A46-47E4-A4A2-F5E00FB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9E9B7-EE17-47DE-AF63-7816C908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747C"/>
                </a:solidFill>
              </a:defRPr>
            </a:pPr>
            <a:r>
              <a:rPr sz="900" b="1">
                <a:solidFill>
                  <a:srgbClr val="5E747C"/>
                </a:solidFill>
              </a:rPr>
              <a:t>18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0EB53-5361-4586-A617-1D3F7CC6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17195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652D5-AAE6-42C9-88DE-5CB7B33D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WHAT THE USER SEES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C6F26-C4BE-407D-8C84-46380D8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103B4A"/>
                </a:solidFill>
              </a:defRPr>
            </a:pPr>
            <a:r>
              <a:rPr sz="2500" b="1">
                <a:solidFill>
                  <a:srgbClr val="103B4A"/>
                </a:solidFill>
              </a:rPr>
              <a:t>Public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A7D35-F5A1-4A50-B515-78ACB25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OBIS supplies marine biodiversity context. OpenStreetMap supplies base-map attribution. Project records describe data and security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57EB9-CC30-4B98-9C7A-D0B55D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RADAR SAMPAH • EDUCATIONAL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C45D3-B497-472B-A6E7-8B8232B6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47D85"/>
                </a:solidFill>
              </a:defRPr>
            </a:pPr>
            <a:r>
              <a:rPr sz="1100" b="1">
                <a:solidFill>
                  <a:srgbClr val="147D85"/>
                </a:solidFill>
              </a:rPr>
              <a:t>DESIGN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002DE-7657-46AE-AFE4-43D175C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AD00C-E801-415B-8E4E-C8F3323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Cite sources close to the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15537-2D78-4943-8A3E-5433AD7C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85"/>
          </a:solidFill>
          <a:ln xmlns:a="http://schemas.openxmlformats.org/drawingml/2006/main" w="11430">
            <a:solidFill>
              <a:srgbClr val="147D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1A722-8919-4DC0-993E-A2899818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Record retrieval date and approximation.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1428E-D552-40FF-8D53-DB27182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9525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38F"/>
          </a:solidFill>
          <a:ln xmlns:a="http://schemas.openxmlformats.org/drawingml/2006/main" w="11430">
            <a:solidFill>
              <a:srgbClr val="ECA3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EC7F3-EC51-4CB0-AE1A-889AD7D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2"/>
                </a:solidFill>
              </a:defRPr>
            </a:pPr>
            <a:r>
              <a:rPr sz="1800" b="0">
                <a:solidFill>
                  <a:srgbClr val="193642"/>
                </a:solidFill>
              </a:rPr>
              <a:t>Keep demo-only limits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E2568-80F7-4D41-AD93-1E2F285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52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3B4A"/>
          </a:solidFill>
          <a:ln xmlns:a="http://schemas.openxmlformats.org/drawingml/2006/main" w="11430">
            <a:solidFill>
              <a:srgbClr val="103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82876-B8B6-4000-BFCF-374D7D6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863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OBIS • OPENSTREETMAP • TEAM 04 PROJECT RECORDS</a:t>
            </a:r>
          </a:p>
        </p:txBody>
      </p:sp>
    </p:spTree>
    <p:extLst>
      <p:ext uri="{BB962C8B-B14F-4D97-AF65-F5344CB8AC3E}">
        <p14:creationId xmlns:p14="http://schemas.microsoft.com/office/powerpoint/2010/main" val="19735974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3B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2A02-3342-4E59-92B5-7B9B63A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668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00" b="1">
                <a:solidFill>
                  <a:srgbClr val="FFFFFF"/>
                </a:solidFill>
              </a:defRPr>
            </a:pPr>
            <a:r>
              <a:rPr sz="52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6B82F-37BF-41A0-8B3C-28CAF04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9DDD8"/>
                </a:solidFill>
              </a:defRPr>
            </a:pPr>
            <a:r>
              <a:rPr sz="2400" b="1">
                <a:solidFill>
                  <a:srgbClr val="A9DDD8"/>
                </a:solidFill>
              </a:rPr>
              <a:t>Radar Sampah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95FF-79B1-44B2-AAF2-8BFEB67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FFFFFF"/>
                </a:solidFill>
              </a:defRPr>
            </a:pPr>
            <a:r>
              <a:rPr sz="2200" b="0">
                <a:solidFill>
                  <a:srgbClr val="FFFFFF"/>
                </a:solidFill>
              </a:rPr>
              <a:t>A small, source-visible way to turn a marine litter observation into a careful next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75137-8E80-471D-BDF4-F054A34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57300"/>
            <a:ext cx="3105150" cy="37147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1430">
            <a:solidFill>
              <a:srgbClr val="A9DD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2B64-0115-47FB-A229-E2125FE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68F4-38BE-403B-89FC-8DFE455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24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95B71-9EA2-4B5D-841C-03C069C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77C3-A4D1-4689-B89F-0A2D29E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37B6-67DD-44E4-8617-4D900E7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9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C91AE-5E50-4F4E-AF98-AF9C242C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34CCC-7F1C-423F-8318-E927645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54C0D-C90F-46B4-A5A6-9FF388C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PRIORITISE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CD480-CB01-4003-BE31-AB590BC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D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1B55F-6322-4F1E-8A20-A88EF054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5"/>
                </a:solidFill>
              </a:defRPr>
            </a:pPr>
            <a:r>
              <a:rPr sz="1500" b="1">
                <a:solidFill>
                  <a:srgbClr val="147D8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B683E-6E0B-40E1-8FBC-7C6E4FA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81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03B4A"/>
                </a:solidFill>
              </a:defRPr>
            </a:pPr>
            <a:r>
              <a:rPr sz="1900" b="1">
                <a:solidFill>
                  <a:srgbClr val="103B4A"/>
                </a:solidFill>
              </a:rPr>
              <a:t>REFLECT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303D4-7EBD-4520-86D5-8484EE1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A9DDD8"/>
                </a:solidFill>
              </a:defRPr>
            </a:pPr>
            <a:r>
              <a:rPr sz="1600" b="1">
                <a:solidFill>
                  <a:srgbClr val="A9DDD8"/>
                </a:solidFill>
              </a:rPr>
              <a:t>Questions and 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80A0B-A887-478A-8AB2-40C7E4E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69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CCB74-F4CE-4B8C-9553-F640FBA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TEAM 04  •  RADAR SAMPAH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2BB28-C29F-496C-8B68-9D9A374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19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E504F-1652-493E-85E6-67B67729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198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DDD8"/>
                </a:solidFill>
              </a:defRPr>
            </a:pPr>
            <a:r>
              <a:rPr sz="900" b="1">
                <a:solidFill>
                  <a:srgbClr val="A9DDD8"/>
                </a:solidFill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826412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2026-08-14T17:56:19.5930000Z</dcterms:created>
  <dcterms:modified xsi:type="dcterms:W3CDTF">2026-08-14T17:56:19.5930000Z</dcterms:modified>
</coreProperties>
</file>